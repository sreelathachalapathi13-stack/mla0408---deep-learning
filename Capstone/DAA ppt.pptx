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57" r:id="rId4"/>
    <p:sldId id="258" r:id="rId5"/>
    <p:sldId id="259" r:id="rId6"/>
    <p:sldId id="260" r:id="rId7"/>
    <p:sldId id="261" r:id="rId8"/>
    <p:sldId id="262" r:id="rId9"/>
    <p:sldId id="263" r:id="rId10"/>
    <p:sldId id="268" r:id="rId11"/>
    <p:sldId id="264" r:id="rId12"/>
    <p:sldId id="270" r:id="rId13"/>
    <p:sldId id="272" r:id="rId14"/>
    <p:sldId id="271" r:id="rId15"/>
    <p:sldId id="269" r:id="rId16"/>
    <p:sldId id="273" r:id="rId17"/>
    <p:sldId id="265" r:id="rId18"/>
    <p:sldId id="266"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73E356-AED0-4273-89A3-1160F4AFF971}" v="23" dt="2026-08-31T03:44:26.0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ee latha" userId="76da605f511505c6" providerId="LiveId" clId="{78F53B7D-E6D6-4355-9525-FA5FB5D1D120}"/>
    <pc:docChg chg="undo custSel addSld modSld">
      <pc:chgData name="sree latha" userId="76da605f511505c6" providerId="LiveId" clId="{78F53B7D-E6D6-4355-9525-FA5FB5D1D120}" dt="2026-08-31T04:43:20.253" v="365" actId="20577"/>
      <pc:docMkLst>
        <pc:docMk/>
      </pc:docMkLst>
      <pc:sldChg chg="modSp mod">
        <pc:chgData name="sree latha" userId="76da605f511505c6" providerId="LiveId" clId="{78F53B7D-E6D6-4355-9525-FA5FB5D1D120}" dt="2026-08-31T04:43:20.253" v="365" actId="20577"/>
        <pc:sldMkLst>
          <pc:docMk/>
          <pc:sldMk cId="3565237428" sldId="256"/>
        </pc:sldMkLst>
        <pc:spChg chg="mod">
          <ac:chgData name="sree latha" userId="76da605f511505c6" providerId="LiveId" clId="{78F53B7D-E6D6-4355-9525-FA5FB5D1D120}" dt="2026-08-30T11:04:57.278" v="1" actId="27636"/>
          <ac:spMkLst>
            <pc:docMk/>
            <pc:sldMk cId="3565237428" sldId="256"/>
            <ac:spMk id="2" creationId="{1E46D872-F0B0-AED6-FB13-2D9932DA9AD8}"/>
          </ac:spMkLst>
        </pc:spChg>
        <pc:spChg chg="mod">
          <ac:chgData name="sree latha" userId="76da605f511505c6" providerId="LiveId" clId="{78F53B7D-E6D6-4355-9525-FA5FB5D1D120}" dt="2026-08-31T04:43:20.253" v="365" actId="20577"/>
          <ac:spMkLst>
            <pc:docMk/>
            <pc:sldMk cId="3565237428" sldId="256"/>
            <ac:spMk id="3" creationId="{73815118-F926-284F-4BE7-1E6E64B5C5DF}"/>
          </ac:spMkLst>
        </pc:spChg>
      </pc:sldChg>
      <pc:sldChg chg="modSp mod">
        <pc:chgData name="sree latha" userId="76da605f511505c6" providerId="LiveId" clId="{78F53B7D-E6D6-4355-9525-FA5FB5D1D120}" dt="2026-08-30T11:07:57.206" v="66" actId="27636"/>
        <pc:sldMkLst>
          <pc:docMk/>
          <pc:sldMk cId="1297693714" sldId="257"/>
        </pc:sldMkLst>
        <pc:spChg chg="mod">
          <ac:chgData name="sree latha" userId="76da605f511505c6" providerId="LiveId" clId="{78F53B7D-E6D6-4355-9525-FA5FB5D1D120}" dt="2026-08-30T11:07:57.206" v="66" actId="27636"/>
          <ac:spMkLst>
            <pc:docMk/>
            <pc:sldMk cId="1297693714" sldId="257"/>
            <ac:spMk id="3" creationId="{75046A17-A442-4DE7-C5C7-8A12F663B1C6}"/>
          </ac:spMkLst>
        </pc:spChg>
      </pc:sldChg>
      <pc:sldChg chg="modSp mod">
        <pc:chgData name="sree latha" userId="76da605f511505c6" providerId="LiveId" clId="{78F53B7D-E6D6-4355-9525-FA5FB5D1D120}" dt="2026-08-30T11:08:57.126" v="82" actId="123"/>
        <pc:sldMkLst>
          <pc:docMk/>
          <pc:sldMk cId="2216430197" sldId="258"/>
        </pc:sldMkLst>
        <pc:spChg chg="mod">
          <ac:chgData name="sree latha" userId="76da605f511505c6" providerId="LiveId" clId="{78F53B7D-E6D6-4355-9525-FA5FB5D1D120}" dt="2026-08-30T11:08:57.126" v="82" actId="123"/>
          <ac:spMkLst>
            <pc:docMk/>
            <pc:sldMk cId="2216430197" sldId="258"/>
            <ac:spMk id="3" creationId="{940E8E27-23A3-0ED0-850F-E1D6639090BD}"/>
          </ac:spMkLst>
        </pc:spChg>
      </pc:sldChg>
      <pc:sldChg chg="modSp mod">
        <pc:chgData name="sree latha" userId="76da605f511505c6" providerId="LiveId" clId="{78F53B7D-E6D6-4355-9525-FA5FB5D1D120}" dt="2026-08-30T11:09:55.477" v="96" actId="1076"/>
        <pc:sldMkLst>
          <pc:docMk/>
          <pc:sldMk cId="3880130365" sldId="259"/>
        </pc:sldMkLst>
        <pc:spChg chg="mod">
          <ac:chgData name="sree latha" userId="76da605f511505c6" providerId="LiveId" clId="{78F53B7D-E6D6-4355-9525-FA5FB5D1D120}" dt="2026-08-30T11:09:55.477" v="96" actId="1076"/>
          <ac:spMkLst>
            <pc:docMk/>
            <pc:sldMk cId="3880130365" sldId="259"/>
            <ac:spMk id="3" creationId="{4FD5C622-9B21-B2C2-2C68-D640042A691C}"/>
          </ac:spMkLst>
        </pc:spChg>
      </pc:sldChg>
      <pc:sldChg chg="modSp mod">
        <pc:chgData name="sree latha" userId="76da605f511505c6" providerId="LiveId" clId="{78F53B7D-E6D6-4355-9525-FA5FB5D1D120}" dt="2026-08-30T11:11:32.622" v="115" actId="27636"/>
        <pc:sldMkLst>
          <pc:docMk/>
          <pc:sldMk cId="3686280063" sldId="260"/>
        </pc:sldMkLst>
        <pc:spChg chg="mod">
          <ac:chgData name="sree latha" userId="76da605f511505c6" providerId="LiveId" clId="{78F53B7D-E6D6-4355-9525-FA5FB5D1D120}" dt="2026-08-30T11:11:32.622" v="115" actId="27636"/>
          <ac:spMkLst>
            <pc:docMk/>
            <pc:sldMk cId="3686280063" sldId="260"/>
            <ac:spMk id="3" creationId="{A19FCC20-98A0-8600-34ED-142C4E516222}"/>
          </ac:spMkLst>
        </pc:spChg>
      </pc:sldChg>
      <pc:sldChg chg="modSp mod">
        <pc:chgData name="sree latha" userId="76da605f511505c6" providerId="LiveId" clId="{78F53B7D-E6D6-4355-9525-FA5FB5D1D120}" dt="2026-08-30T11:12:34.721" v="129" actId="403"/>
        <pc:sldMkLst>
          <pc:docMk/>
          <pc:sldMk cId="3874603310" sldId="261"/>
        </pc:sldMkLst>
        <pc:spChg chg="mod">
          <ac:chgData name="sree latha" userId="76da605f511505c6" providerId="LiveId" clId="{78F53B7D-E6D6-4355-9525-FA5FB5D1D120}" dt="2026-08-30T11:12:34.721" v="129" actId="403"/>
          <ac:spMkLst>
            <pc:docMk/>
            <pc:sldMk cId="3874603310" sldId="261"/>
            <ac:spMk id="3" creationId="{186AE59B-B3F1-0205-57D9-761552143D25}"/>
          </ac:spMkLst>
        </pc:spChg>
      </pc:sldChg>
      <pc:sldChg chg="addSp modSp mod">
        <pc:chgData name="sree latha" userId="76da605f511505c6" providerId="LiveId" clId="{78F53B7D-E6D6-4355-9525-FA5FB5D1D120}" dt="2026-08-31T03:44:49.209" v="267" actId="14100"/>
        <pc:sldMkLst>
          <pc:docMk/>
          <pc:sldMk cId="3981903977" sldId="263"/>
        </pc:sldMkLst>
        <pc:spChg chg="mod">
          <ac:chgData name="sree latha" userId="76da605f511505c6" providerId="LiveId" clId="{78F53B7D-E6D6-4355-9525-FA5FB5D1D120}" dt="2026-08-31T03:33:40.038" v="163" actId="1076"/>
          <ac:spMkLst>
            <pc:docMk/>
            <pc:sldMk cId="3981903977" sldId="263"/>
            <ac:spMk id="2" creationId="{2790522C-BB9F-B5ED-99DA-7A733C1A2F0A}"/>
          </ac:spMkLst>
        </pc:spChg>
        <pc:spChg chg="mod">
          <ac:chgData name="sree latha" userId="76da605f511505c6" providerId="LiveId" clId="{78F53B7D-E6D6-4355-9525-FA5FB5D1D120}" dt="2026-08-31T03:44:46.006" v="266" actId="27636"/>
          <ac:spMkLst>
            <pc:docMk/>
            <pc:sldMk cId="3981903977" sldId="263"/>
            <ac:spMk id="3" creationId="{DC127610-276A-C77B-F91D-C205C140B8EE}"/>
          </ac:spMkLst>
        </pc:spChg>
        <pc:picChg chg="add mod">
          <ac:chgData name="sree latha" userId="76da605f511505c6" providerId="LiveId" clId="{78F53B7D-E6D6-4355-9525-FA5FB5D1D120}" dt="2026-08-31T03:44:49.209" v="267" actId="14100"/>
          <ac:picMkLst>
            <pc:docMk/>
            <pc:sldMk cId="3981903977" sldId="263"/>
            <ac:picMk id="4" creationId="{99EE1EFF-0DBF-11E0-90C8-270931C2AEEC}"/>
          </ac:picMkLst>
        </pc:picChg>
      </pc:sldChg>
      <pc:sldChg chg="addSp modSp mod">
        <pc:chgData name="sree latha" userId="76da605f511505c6" providerId="LiveId" clId="{78F53B7D-E6D6-4355-9525-FA5FB5D1D120}" dt="2026-08-31T03:38:01.433" v="209" actId="1076"/>
        <pc:sldMkLst>
          <pc:docMk/>
          <pc:sldMk cId="2578353825" sldId="264"/>
        </pc:sldMkLst>
        <pc:spChg chg="add mod">
          <ac:chgData name="sree latha" userId="76da605f511505c6" providerId="LiveId" clId="{78F53B7D-E6D6-4355-9525-FA5FB5D1D120}" dt="2026-08-31T03:36:48.171" v="190" actId="404"/>
          <ac:spMkLst>
            <pc:docMk/>
            <pc:sldMk cId="2578353825" sldId="264"/>
            <ac:spMk id="2" creationId="{A028050B-DA0E-2D16-7A5D-34EBC587CDCE}"/>
          </ac:spMkLst>
        </pc:spChg>
        <pc:spChg chg="mod">
          <ac:chgData name="sree latha" userId="76da605f511505c6" providerId="LiveId" clId="{78F53B7D-E6D6-4355-9525-FA5FB5D1D120}" dt="2026-08-31T03:37:34.978" v="204" actId="1076"/>
          <ac:spMkLst>
            <pc:docMk/>
            <pc:sldMk cId="2578353825" sldId="264"/>
            <ac:spMk id="3" creationId="{1AE042B1-577C-5F57-9256-3406238B8195}"/>
          </ac:spMkLst>
        </pc:spChg>
        <pc:picChg chg="add mod">
          <ac:chgData name="sree latha" userId="76da605f511505c6" providerId="LiveId" clId="{78F53B7D-E6D6-4355-9525-FA5FB5D1D120}" dt="2026-08-31T03:38:01.433" v="209" actId="1076"/>
          <ac:picMkLst>
            <pc:docMk/>
            <pc:sldMk cId="2578353825" sldId="264"/>
            <ac:picMk id="6" creationId="{CFE220C8-BF0F-A3AA-9E09-329AE668386C}"/>
          </ac:picMkLst>
        </pc:picChg>
      </pc:sldChg>
      <pc:sldChg chg="modSp mod">
        <pc:chgData name="sree latha" userId="76da605f511505c6" providerId="LiveId" clId="{78F53B7D-E6D6-4355-9525-FA5FB5D1D120}" dt="2026-08-30T11:13:06.939" v="133" actId="14100"/>
        <pc:sldMkLst>
          <pc:docMk/>
          <pc:sldMk cId="4085100830" sldId="265"/>
        </pc:sldMkLst>
        <pc:spChg chg="mod">
          <ac:chgData name="sree latha" userId="76da605f511505c6" providerId="LiveId" clId="{78F53B7D-E6D6-4355-9525-FA5FB5D1D120}" dt="2026-08-30T11:13:06.939" v="133" actId="14100"/>
          <ac:spMkLst>
            <pc:docMk/>
            <pc:sldMk cId="4085100830" sldId="265"/>
            <ac:spMk id="3" creationId="{F40BC53B-CE6A-BD18-183D-6025E1F0F755}"/>
          </ac:spMkLst>
        </pc:spChg>
      </pc:sldChg>
      <pc:sldChg chg="modSp mod">
        <pc:chgData name="sree latha" userId="76da605f511505c6" providerId="LiveId" clId="{78F53B7D-E6D6-4355-9525-FA5FB5D1D120}" dt="2026-08-30T11:13:39.816" v="142" actId="20577"/>
        <pc:sldMkLst>
          <pc:docMk/>
          <pc:sldMk cId="3655473925" sldId="266"/>
        </pc:sldMkLst>
        <pc:spChg chg="mod">
          <ac:chgData name="sree latha" userId="76da605f511505c6" providerId="LiveId" clId="{78F53B7D-E6D6-4355-9525-FA5FB5D1D120}" dt="2026-08-30T11:13:39.816" v="142" actId="20577"/>
          <ac:spMkLst>
            <pc:docMk/>
            <pc:sldMk cId="3655473925" sldId="266"/>
            <ac:spMk id="3" creationId="{77F029C1-4553-E806-5512-6DA3464AFFB2}"/>
          </ac:spMkLst>
        </pc:spChg>
      </pc:sldChg>
      <pc:sldChg chg="addSp modSp new mod">
        <pc:chgData name="sree latha" userId="76da605f511505c6" providerId="LiveId" clId="{78F53B7D-E6D6-4355-9525-FA5FB5D1D120}" dt="2026-08-30T11:09:06.143" v="85" actId="27636"/>
        <pc:sldMkLst>
          <pc:docMk/>
          <pc:sldMk cId="3319423570" sldId="267"/>
        </pc:sldMkLst>
        <pc:spChg chg="mod">
          <ac:chgData name="sree latha" userId="76da605f511505c6" providerId="LiveId" clId="{78F53B7D-E6D6-4355-9525-FA5FB5D1D120}" dt="2026-08-30T11:06:20.011" v="36" actId="14100"/>
          <ac:spMkLst>
            <pc:docMk/>
            <pc:sldMk cId="3319423570" sldId="267"/>
            <ac:spMk id="2" creationId="{1029D4E1-906E-2A56-4E00-331132C68496}"/>
          </ac:spMkLst>
        </pc:spChg>
        <pc:spChg chg="mod">
          <ac:chgData name="sree latha" userId="76da605f511505c6" providerId="LiveId" clId="{78F53B7D-E6D6-4355-9525-FA5FB5D1D120}" dt="2026-08-30T11:09:06.143" v="85" actId="27636"/>
          <ac:spMkLst>
            <pc:docMk/>
            <pc:sldMk cId="3319423570" sldId="267"/>
            <ac:spMk id="3" creationId="{57FB9FA1-86FD-2AB9-EC6A-058698D3BF29}"/>
          </ac:spMkLst>
        </pc:spChg>
        <pc:picChg chg="add">
          <ac:chgData name="sree latha" userId="76da605f511505c6" providerId="LiveId" clId="{78F53B7D-E6D6-4355-9525-FA5FB5D1D120}" dt="2026-08-30T11:05:37.404" v="25" actId="22"/>
          <ac:picMkLst>
            <pc:docMk/>
            <pc:sldMk cId="3319423570" sldId="267"/>
            <ac:picMk id="5" creationId="{490D7CA5-00A8-3511-348D-58BB4D8C7A48}"/>
          </ac:picMkLst>
        </pc:picChg>
        <pc:picChg chg="add">
          <ac:chgData name="sree latha" userId="76da605f511505c6" providerId="LiveId" clId="{78F53B7D-E6D6-4355-9525-FA5FB5D1D120}" dt="2026-08-30T11:05:43.979" v="26" actId="22"/>
          <ac:picMkLst>
            <pc:docMk/>
            <pc:sldMk cId="3319423570" sldId="267"/>
            <ac:picMk id="7" creationId="{FFA5FE25-00A8-26A7-151A-E4D2E050D5AB}"/>
          </ac:picMkLst>
        </pc:picChg>
      </pc:sldChg>
      <pc:sldChg chg="addSp delSp modSp new mod">
        <pc:chgData name="sree latha" userId="76da605f511505c6" providerId="LiveId" clId="{78F53B7D-E6D6-4355-9525-FA5FB5D1D120}" dt="2026-08-31T03:45:18.442" v="274" actId="1076"/>
        <pc:sldMkLst>
          <pc:docMk/>
          <pc:sldMk cId="1870859147" sldId="268"/>
        </pc:sldMkLst>
        <pc:spChg chg="mod">
          <ac:chgData name="sree latha" userId="76da605f511505c6" providerId="LiveId" clId="{78F53B7D-E6D6-4355-9525-FA5FB5D1D120}" dt="2026-08-31T03:34:27.890" v="180" actId="1076"/>
          <ac:spMkLst>
            <pc:docMk/>
            <pc:sldMk cId="1870859147" sldId="268"/>
            <ac:spMk id="2" creationId="{4F92DF5A-B5F7-8A56-D512-4FE76DE9A5DF}"/>
          </ac:spMkLst>
        </pc:spChg>
        <pc:spChg chg="del">
          <ac:chgData name="sree latha" userId="76da605f511505c6" providerId="LiveId" clId="{78F53B7D-E6D6-4355-9525-FA5FB5D1D120}" dt="2026-08-31T03:35:20.673" v="181" actId="22"/>
          <ac:spMkLst>
            <pc:docMk/>
            <pc:sldMk cId="1870859147" sldId="268"/>
            <ac:spMk id="3" creationId="{1B5738DA-5824-3088-2256-641D2BF45620}"/>
          </ac:spMkLst>
        </pc:spChg>
        <pc:spChg chg="add del mod">
          <ac:chgData name="sree latha" userId="76da605f511505c6" providerId="LiveId" clId="{78F53B7D-E6D6-4355-9525-FA5FB5D1D120}" dt="2026-08-31T03:45:15.453" v="273" actId="478"/>
          <ac:spMkLst>
            <pc:docMk/>
            <pc:sldMk cId="1870859147" sldId="268"/>
            <ac:spMk id="13" creationId="{B50DA016-3F82-5522-663B-B0E727AD0057}"/>
          </ac:spMkLst>
        </pc:spChg>
        <pc:picChg chg="add">
          <ac:chgData name="sree latha" userId="76da605f511505c6" providerId="LiveId" clId="{78F53B7D-E6D6-4355-9525-FA5FB5D1D120}" dt="2026-08-31T03:33:55.214" v="165" actId="22"/>
          <ac:picMkLst>
            <pc:docMk/>
            <pc:sldMk cId="1870859147" sldId="268"/>
            <ac:picMk id="5" creationId="{DD76A7AF-46B7-102E-7076-D366C6D71F78}"/>
          </ac:picMkLst>
        </pc:picChg>
        <pc:picChg chg="add">
          <ac:chgData name="sree latha" userId="76da605f511505c6" providerId="LiveId" clId="{78F53B7D-E6D6-4355-9525-FA5FB5D1D120}" dt="2026-08-31T03:34:01.133" v="166" actId="22"/>
          <ac:picMkLst>
            <pc:docMk/>
            <pc:sldMk cId="1870859147" sldId="268"/>
            <ac:picMk id="7" creationId="{92537A53-1E01-8FBC-B7AB-0C044F0BA931}"/>
          </ac:picMkLst>
        </pc:picChg>
        <pc:picChg chg="add del mod ord">
          <ac:chgData name="sree latha" userId="76da605f511505c6" providerId="LiveId" clId="{78F53B7D-E6D6-4355-9525-FA5FB5D1D120}" dt="2026-08-31T03:44:53.869" v="268" actId="478"/>
          <ac:picMkLst>
            <pc:docMk/>
            <pc:sldMk cId="1870859147" sldId="268"/>
            <ac:picMk id="9" creationId="{371C224C-45DF-DCEC-7A20-B5D47C4402EE}"/>
          </ac:picMkLst>
        </pc:picChg>
        <pc:picChg chg="add mod">
          <ac:chgData name="sree latha" userId="76da605f511505c6" providerId="LiveId" clId="{78F53B7D-E6D6-4355-9525-FA5FB5D1D120}" dt="2026-08-31T03:45:18.442" v="274" actId="1076"/>
          <ac:picMkLst>
            <pc:docMk/>
            <pc:sldMk cId="1870859147" sldId="268"/>
            <ac:picMk id="11" creationId="{1E1DF92F-5C8B-7005-2A1A-36292954BF2A}"/>
          </ac:picMkLst>
        </pc:picChg>
      </pc:sldChg>
      <pc:sldChg chg="addSp delSp modSp add mod">
        <pc:chgData name="sree latha" userId="76da605f511505c6" providerId="LiveId" clId="{78F53B7D-E6D6-4355-9525-FA5FB5D1D120}" dt="2026-08-31T03:41:45.013" v="242" actId="14100"/>
        <pc:sldMkLst>
          <pc:docMk/>
          <pc:sldMk cId="1876273259" sldId="269"/>
        </pc:sldMkLst>
        <pc:spChg chg="mod">
          <ac:chgData name="sree latha" userId="76da605f511505c6" providerId="LiveId" clId="{78F53B7D-E6D6-4355-9525-FA5FB5D1D120}" dt="2026-08-31T03:39:28.676" v="216"/>
          <ac:spMkLst>
            <pc:docMk/>
            <pc:sldMk cId="1876273259" sldId="269"/>
            <ac:spMk id="2" creationId="{AA14E6D4-C1DC-32F1-A243-5ED92061DE12}"/>
          </ac:spMkLst>
        </pc:spChg>
        <pc:spChg chg="mod">
          <ac:chgData name="sree latha" userId="76da605f511505c6" providerId="LiveId" clId="{78F53B7D-E6D6-4355-9525-FA5FB5D1D120}" dt="2026-08-31T03:41:41.203" v="241" actId="27636"/>
          <ac:spMkLst>
            <pc:docMk/>
            <pc:sldMk cId="1876273259" sldId="269"/>
            <ac:spMk id="3" creationId="{5FD80FD0-2EF3-4BF0-16A5-7C4D5B2EA36E}"/>
          </ac:spMkLst>
        </pc:spChg>
        <pc:picChg chg="del">
          <ac:chgData name="sree latha" userId="76da605f511505c6" providerId="LiveId" clId="{78F53B7D-E6D6-4355-9525-FA5FB5D1D120}" dt="2026-08-31T03:41:10.836" v="233" actId="478"/>
          <ac:picMkLst>
            <pc:docMk/>
            <pc:sldMk cId="1876273259" sldId="269"/>
            <ac:picMk id="6" creationId="{04D6506B-A574-29DF-437E-D7A85EDAE9B9}"/>
          </ac:picMkLst>
        </pc:picChg>
        <pc:picChg chg="add mod">
          <ac:chgData name="sree latha" userId="76da605f511505c6" providerId="LiveId" clId="{78F53B7D-E6D6-4355-9525-FA5FB5D1D120}" dt="2026-08-31T03:41:45.013" v="242" actId="14100"/>
          <ac:picMkLst>
            <pc:docMk/>
            <pc:sldMk cId="1876273259" sldId="269"/>
            <ac:picMk id="8" creationId="{85E0BF45-9B27-FC53-4D99-2B4EAFC14B1B}"/>
          </ac:picMkLst>
        </pc:picChg>
      </pc:sldChg>
      <pc:sldChg chg="addSp delSp modSp add mod">
        <pc:chgData name="sree latha" userId="76da605f511505c6" providerId="LiveId" clId="{78F53B7D-E6D6-4355-9525-FA5FB5D1D120}" dt="2026-08-31T03:40:34.477" v="230" actId="14100"/>
        <pc:sldMkLst>
          <pc:docMk/>
          <pc:sldMk cId="994623277" sldId="270"/>
        </pc:sldMkLst>
        <pc:spChg chg="mod">
          <ac:chgData name="sree latha" userId="76da605f511505c6" providerId="LiveId" clId="{78F53B7D-E6D6-4355-9525-FA5FB5D1D120}" dt="2026-08-31T03:38:43.166" v="213"/>
          <ac:spMkLst>
            <pc:docMk/>
            <pc:sldMk cId="994623277" sldId="270"/>
            <ac:spMk id="2" creationId="{9BF5C2DB-69A1-803D-8FCE-71DB2CA3C731}"/>
          </ac:spMkLst>
        </pc:spChg>
        <pc:spChg chg="mod">
          <ac:chgData name="sree latha" userId="76da605f511505c6" providerId="LiveId" clId="{78F53B7D-E6D6-4355-9525-FA5FB5D1D120}" dt="2026-08-31T03:40:31.557" v="229" actId="14100"/>
          <ac:spMkLst>
            <pc:docMk/>
            <pc:sldMk cId="994623277" sldId="270"/>
            <ac:spMk id="3" creationId="{11BE5119-567F-3EC7-857C-EE7348D0E697}"/>
          </ac:spMkLst>
        </pc:spChg>
        <pc:picChg chg="del">
          <ac:chgData name="sree latha" userId="76da605f511505c6" providerId="LiveId" clId="{78F53B7D-E6D6-4355-9525-FA5FB5D1D120}" dt="2026-08-31T03:39:36.558" v="217" actId="478"/>
          <ac:picMkLst>
            <pc:docMk/>
            <pc:sldMk cId="994623277" sldId="270"/>
            <ac:picMk id="6" creationId="{37A4CD8E-4655-40B9-4C80-B66BB2787A7A}"/>
          </ac:picMkLst>
        </pc:picChg>
        <pc:picChg chg="add mod">
          <ac:chgData name="sree latha" userId="76da605f511505c6" providerId="LiveId" clId="{78F53B7D-E6D6-4355-9525-FA5FB5D1D120}" dt="2026-08-31T03:40:34.477" v="230" actId="14100"/>
          <ac:picMkLst>
            <pc:docMk/>
            <pc:sldMk cId="994623277" sldId="270"/>
            <ac:picMk id="8" creationId="{D5B1C356-E714-344E-377B-F0D71C98D531}"/>
          </ac:picMkLst>
        </pc:picChg>
      </pc:sldChg>
      <pc:sldChg chg="addSp delSp modSp add mod">
        <pc:chgData name="sree latha" userId="76da605f511505c6" providerId="LiveId" clId="{78F53B7D-E6D6-4355-9525-FA5FB5D1D120}" dt="2026-08-31T03:42:48.082" v="251" actId="478"/>
        <pc:sldMkLst>
          <pc:docMk/>
          <pc:sldMk cId="4227217221" sldId="271"/>
        </pc:sldMkLst>
        <pc:spChg chg="mod">
          <ac:chgData name="sree latha" userId="76da605f511505c6" providerId="LiveId" clId="{78F53B7D-E6D6-4355-9525-FA5FB5D1D120}" dt="2026-08-31T03:39:03.262" v="214"/>
          <ac:spMkLst>
            <pc:docMk/>
            <pc:sldMk cId="4227217221" sldId="271"/>
            <ac:spMk id="2" creationId="{F8C6073D-AEDE-E9F0-2AD0-09C92D28DF93}"/>
          </ac:spMkLst>
        </pc:spChg>
        <pc:spChg chg="mod">
          <ac:chgData name="sree latha" userId="76da605f511505c6" providerId="LiveId" clId="{78F53B7D-E6D6-4355-9525-FA5FB5D1D120}" dt="2026-08-31T03:42:21.375" v="248" actId="14100"/>
          <ac:spMkLst>
            <pc:docMk/>
            <pc:sldMk cId="4227217221" sldId="271"/>
            <ac:spMk id="3" creationId="{02DF1790-3EDA-7A9A-B0A0-65BA00A4E943}"/>
          </ac:spMkLst>
        </pc:spChg>
        <pc:picChg chg="add del mod">
          <ac:chgData name="sree latha" userId="76da605f511505c6" providerId="LiveId" clId="{78F53B7D-E6D6-4355-9525-FA5FB5D1D120}" dt="2026-08-31T03:42:48.082" v="251" actId="478"/>
          <ac:picMkLst>
            <pc:docMk/>
            <pc:sldMk cId="4227217221" sldId="271"/>
            <ac:picMk id="8" creationId="{5A49FADF-BB0D-D020-A295-ACBB4A9CCD67}"/>
          </ac:picMkLst>
        </pc:picChg>
      </pc:sldChg>
      <pc:sldChg chg="addSp delSp modSp add mod">
        <pc:chgData name="sree latha" userId="76da605f511505c6" providerId="LiveId" clId="{78F53B7D-E6D6-4355-9525-FA5FB5D1D120}" dt="2026-08-31T03:46:10.808" v="339" actId="14100"/>
        <pc:sldMkLst>
          <pc:docMk/>
          <pc:sldMk cId="1613332415" sldId="272"/>
        </pc:sldMkLst>
        <pc:spChg chg="del mod">
          <ac:chgData name="sree latha" userId="76da605f511505c6" providerId="LiveId" clId="{78F53B7D-E6D6-4355-9525-FA5FB5D1D120}" dt="2026-08-31T03:45:52.534" v="330"/>
          <ac:spMkLst>
            <pc:docMk/>
            <pc:sldMk cId="1613332415" sldId="272"/>
            <ac:spMk id="2" creationId="{FB25933D-471B-DA0B-5249-0C1889DDD0B2}"/>
          </ac:spMkLst>
        </pc:spChg>
        <pc:spChg chg="del mod">
          <ac:chgData name="sree latha" userId="76da605f511505c6" providerId="LiveId" clId="{78F53B7D-E6D6-4355-9525-FA5FB5D1D120}" dt="2026-08-31T03:45:56.529" v="332" actId="478"/>
          <ac:spMkLst>
            <pc:docMk/>
            <pc:sldMk cId="1613332415" sldId="272"/>
            <ac:spMk id="3" creationId="{57BEA1AD-60EF-0B3F-0BAF-E85786AB3F3D}"/>
          </ac:spMkLst>
        </pc:spChg>
        <pc:spChg chg="add del mod">
          <ac:chgData name="sree latha" userId="76da605f511505c6" providerId="LiveId" clId="{78F53B7D-E6D6-4355-9525-FA5FB5D1D120}" dt="2026-08-31T03:46:00.124" v="334" actId="478"/>
          <ac:spMkLst>
            <pc:docMk/>
            <pc:sldMk cId="1613332415" sldId="272"/>
            <ac:spMk id="6" creationId="{14F7F79E-DEC1-1A2F-C4AC-1CB547F17D24}"/>
          </ac:spMkLst>
        </pc:spChg>
        <pc:picChg chg="del">
          <ac:chgData name="sree latha" userId="76da605f511505c6" providerId="LiveId" clId="{78F53B7D-E6D6-4355-9525-FA5FB5D1D120}" dt="2026-08-31T03:45:58.263" v="333" actId="478"/>
          <ac:picMkLst>
            <pc:docMk/>
            <pc:sldMk cId="1613332415" sldId="272"/>
            <ac:picMk id="8" creationId="{1ADA121D-A50B-56C8-8F1E-EB501C2819B8}"/>
          </ac:picMkLst>
        </pc:picChg>
        <pc:picChg chg="add mod">
          <ac:chgData name="sree latha" userId="76da605f511505c6" providerId="LiveId" clId="{78F53B7D-E6D6-4355-9525-FA5FB5D1D120}" dt="2026-08-31T03:46:10.808" v="339" actId="14100"/>
          <ac:picMkLst>
            <pc:docMk/>
            <pc:sldMk cId="1613332415" sldId="272"/>
            <ac:picMk id="10" creationId="{0CFC8C1F-217D-C654-AF66-E16A426783C7}"/>
          </ac:picMkLst>
        </pc:picChg>
      </pc:sldChg>
      <pc:sldChg chg="addSp delSp modSp add mod">
        <pc:chgData name="sree latha" userId="76da605f511505c6" providerId="LiveId" clId="{78F53B7D-E6D6-4355-9525-FA5FB5D1D120}" dt="2026-08-31T03:47:05.615" v="353" actId="14100"/>
        <pc:sldMkLst>
          <pc:docMk/>
          <pc:sldMk cId="921294036" sldId="273"/>
        </pc:sldMkLst>
        <pc:spChg chg="del">
          <ac:chgData name="sree latha" userId="76da605f511505c6" providerId="LiveId" clId="{78F53B7D-E6D6-4355-9525-FA5FB5D1D120}" dt="2026-08-31T03:46:39.324" v="341" actId="478"/>
          <ac:spMkLst>
            <pc:docMk/>
            <pc:sldMk cId="921294036" sldId="273"/>
            <ac:spMk id="2" creationId="{18EA8B29-97A4-FB63-6F1C-6A2D7A8AF7B9}"/>
          </ac:spMkLst>
        </pc:spChg>
        <pc:spChg chg="del">
          <ac:chgData name="sree latha" userId="76da605f511505c6" providerId="LiveId" clId="{78F53B7D-E6D6-4355-9525-FA5FB5D1D120}" dt="2026-08-31T03:46:42.662" v="342" actId="478"/>
          <ac:spMkLst>
            <pc:docMk/>
            <pc:sldMk cId="921294036" sldId="273"/>
            <ac:spMk id="3" creationId="{6286057F-4F4D-D880-7FFE-6DE138738F13}"/>
          </ac:spMkLst>
        </pc:spChg>
        <pc:spChg chg="add del mod">
          <ac:chgData name="sree latha" userId="76da605f511505c6" providerId="LiveId" clId="{78F53B7D-E6D6-4355-9525-FA5FB5D1D120}" dt="2026-08-31T03:46:46.190" v="344" actId="478"/>
          <ac:spMkLst>
            <pc:docMk/>
            <pc:sldMk cId="921294036" sldId="273"/>
            <ac:spMk id="6" creationId="{7551A8C1-B0A9-8187-0229-CB7523FA23AD}"/>
          </ac:spMkLst>
        </pc:spChg>
        <pc:picChg chg="del">
          <ac:chgData name="sree latha" userId="76da605f511505c6" providerId="LiveId" clId="{78F53B7D-E6D6-4355-9525-FA5FB5D1D120}" dt="2026-08-31T03:46:47.608" v="345" actId="478"/>
          <ac:picMkLst>
            <pc:docMk/>
            <pc:sldMk cId="921294036" sldId="273"/>
            <ac:picMk id="8" creationId="{27A16562-AE6D-91D3-51EE-3107EA71C119}"/>
          </ac:picMkLst>
        </pc:picChg>
        <pc:picChg chg="add mod">
          <ac:chgData name="sree latha" userId="76da605f511505c6" providerId="LiveId" clId="{78F53B7D-E6D6-4355-9525-FA5FB5D1D120}" dt="2026-08-31T03:47:05.615" v="353" actId="14100"/>
          <ac:picMkLst>
            <pc:docMk/>
            <pc:sldMk cId="921294036" sldId="273"/>
            <ac:picMk id="10" creationId="{75419A53-7946-A536-3731-2999C601357A}"/>
          </ac:picMkLst>
        </pc:picChg>
      </pc:sldChg>
      <pc:sldChg chg="addSp delSp modSp new mod">
        <pc:chgData name="sree latha" userId="76da605f511505c6" providerId="LiveId" clId="{78F53B7D-E6D6-4355-9525-FA5FB5D1D120}" dt="2026-08-31T03:47:57.331" v="359" actId="1076"/>
        <pc:sldMkLst>
          <pc:docMk/>
          <pc:sldMk cId="3511010043" sldId="274"/>
        </pc:sldMkLst>
        <pc:spChg chg="del">
          <ac:chgData name="sree latha" userId="76da605f511505c6" providerId="LiveId" clId="{78F53B7D-E6D6-4355-9525-FA5FB5D1D120}" dt="2026-08-31T03:47:52.282" v="357" actId="478"/>
          <ac:spMkLst>
            <pc:docMk/>
            <pc:sldMk cId="3511010043" sldId="274"/>
            <ac:spMk id="2" creationId="{A92E9C7E-7AC4-613E-9B1E-791CF4EA286B}"/>
          </ac:spMkLst>
        </pc:spChg>
        <pc:spChg chg="del">
          <ac:chgData name="sree latha" userId="76da605f511505c6" providerId="LiveId" clId="{78F53B7D-E6D6-4355-9525-FA5FB5D1D120}" dt="2026-08-31T03:47:50.030" v="356" actId="478"/>
          <ac:spMkLst>
            <pc:docMk/>
            <pc:sldMk cId="3511010043" sldId="274"/>
            <ac:spMk id="3" creationId="{E4A4564E-02DB-BBBF-09CD-D7CB651EDE89}"/>
          </ac:spMkLst>
        </pc:spChg>
        <pc:picChg chg="add mod">
          <ac:chgData name="sree latha" userId="76da605f511505c6" providerId="LiveId" clId="{78F53B7D-E6D6-4355-9525-FA5FB5D1D120}" dt="2026-08-31T03:47:57.331" v="359" actId="1076"/>
          <ac:picMkLst>
            <pc:docMk/>
            <pc:sldMk cId="3511010043" sldId="274"/>
            <ac:picMk id="5" creationId="{736B4789-19D6-9ABC-34D4-C2F96C3E00F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D1ECE-775E-224D-F3DF-9CB6B521F8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F856631-7803-B7B4-6815-550C84D71F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7957B04-12B7-CD46-2656-5F1E0886BC2D}"/>
              </a:ext>
            </a:extLst>
          </p:cNvPr>
          <p:cNvSpPr>
            <a:spLocks noGrp="1"/>
          </p:cNvSpPr>
          <p:nvPr>
            <p:ph type="dt" sz="half" idx="10"/>
          </p:nvPr>
        </p:nvSpPr>
        <p:spPr/>
        <p:txBody>
          <a:bodyPr/>
          <a:lstStyle/>
          <a:p>
            <a:fld id="{5DF9D971-CD7E-48FE-BFC3-0D194353480B}" type="datetimeFigureOut">
              <a:rPr lang="en-IN" smtClean="0"/>
              <a:t>31-08-2026</a:t>
            </a:fld>
            <a:endParaRPr lang="en-IN"/>
          </a:p>
        </p:txBody>
      </p:sp>
      <p:sp>
        <p:nvSpPr>
          <p:cNvPr id="5" name="Footer Placeholder 4">
            <a:extLst>
              <a:ext uri="{FF2B5EF4-FFF2-40B4-BE49-F238E27FC236}">
                <a16:creationId xmlns:a16="http://schemas.microsoft.com/office/drawing/2014/main" id="{2A5C77D1-7181-A931-D2A2-76778A0CD6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B0090E-8D68-509D-2F41-28A32ECB742C}"/>
              </a:ext>
            </a:extLst>
          </p:cNvPr>
          <p:cNvSpPr>
            <a:spLocks noGrp="1"/>
          </p:cNvSpPr>
          <p:nvPr>
            <p:ph type="sldNum" sz="quarter" idx="12"/>
          </p:nvPr>
        </p:nvSpPr>
        <p:spPr/>
        <p:txBody>
          <a:bodyPr/>
          <a:lstStyle/>
          <a:p>
            <a:fld id="{0501C286-5E87-40E9-BB27-088F1837928D}" type="slidenum">
              <a:rPr lang="en-IN" smtClean="0"/>
              <a:t>‹#›</a:t>
            </a:fld>
            <a:endParaRPr lang="en-IN"/>
          </a:p>
        </p:txBody>
      </p:sp>
    </p:spTree>
    <p:extLst>
      <p:ext uri="{BB962C8B-B14F-4D97-AF65-F5344CB8AC3E}">
        <p14:creationId xmlns:p14="http://schemas.microsoft.com/office/powerpoint/2010/main" val="463927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2DF03-24E4-4AA6-6E9D-0245218335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78296D-2A42-141F-9502-C8F0ECF8CA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AFECBA-20B9-5F90-7988-DF6DF0674888}"/>
              </a:ext>
            </a:extLst>
          </p:cNvPr>
          <p:cNvSpPr>
            <a:spLocks noGrp="1"/>
          </p:cNvSpPr>
          <p:nvPr>
            <p:ph type="dt" sz="half" idx="10"/>
          </p:nvPr>
        </p:nvSpPr>
        <p:spPr/>
        <p:txBody>
          <a:bodyPr/>
          <a:lstStyle/>
          <a:p>
            <a:fld id="{5DF9D971-CD7E-48FE-BFC3-0D194353480B}" type="datetimeFigureOut">
              <a:rPr lang="en-IN" smtClean="0"/>
              <a:t>31-08-2026</a:t>
            </a:fld>
            <a:endParaRPr lang="en-IN"/>
          </a:p>
        </p:txBody>
      </p:sp>
      <p:sp>
        <p:nvSpPr>
          <p:cNvPr id="5" name="Footer Placeholder 4">
            <a:extLst>
              <a:ext uri="{FF2B5EF4-FFF2-40B4-BE49-F238E27FC236}">
                <a16:creationId xmlns:a16="http://schemas.microsoft.com/office/drawing/2014/main" id="{F64FC2D3-F165-C9FC-75AE-0CB528EF45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7E5093-BD56-B89B-B4DB-CEF365513496}"/>
              </a:ext>
            </a:extLst>
          </p:cNvPr>
          <p:cNvSpPr>
            <a:spLocks noGrp="1"/>
          </p:cNvSpPr>
          <p:nvPr>
            <p:ph type="sldNum" sz="quarter" idx="12"/>
          </p:nvPr>
        </p:nvSpPr>
        <p:spPr/>
        <p:txBody>
          <a:bodyPr/>
          <a:lstStyle/>
          <a:p>
            <a:fld id="{0501C286-5E87-40E9-BB27-088F1837928D}" type="slidenum">
              <a:rPr lang="en-IN" smtClean="0"/>
              <a:t>‹#›</a:t>
            </a:fld>
            <a:endParaRPr lang="en-IN"/>
          </a:p>
        </p:txBody>
      </p:sp>
    </p:spTree>
    <p:extLst>
      <p:ext uri="{BB962C8B-B14F-4D97-AF65-F5344CB8AC3E}">
        <p14:creationId xmlns:p14="http://schemas.microsoft.com/office/powerpoint/2010/main" val="3940868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B38DA-C90F-BF69-D92A-8E3BAA8010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D22A87E-E0CA-8117-0F1E-294B2F3C59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9A1A13-91D2-5978-1AFD-A34C59A421DC}"/>
              </a:ext>
            </a:extLst>
          </p:cNvPr>
          <p:cNvSpPr>
            <a:spLocks noGrp="1"/>
          </p:cNvSpPr>
          <p:nvPr>
            <p:ph type="dt" sz="half" idx="10"/>
          </p:nvPr>
        </p:nvSpPr>
        <p:spPr/>
        <p:txBody>
          <a:bodyPr/>
          <a:lstStyle/>
          <a:p>
            <a:fld id="{5DF9D971-CD7E-48FE-BFC3-0D194353480B}" type="datetimeFigureOut">
              <a:rPr lang="en-IN" smtClean="0"/>
              <a:t>31-08-2026</a:t>
            </a:fld>
            <a:endParaRPr lang="en-IN"/>
          </a:p>
        </p:txBody>
      </p:sp>
      <p:sp>
        <p:nvSpPr>
          <p:cNvPr id="5" name="Footer Placeholder 4">
            <a:extLst>
              <a:ext uri="{FF2B5EF4-FFF2-40B4-BE49-F238E27FC236}">
                <a16:creationId xmlns:a16="http://schemas.microsoft.com/office/drawing/2014/main" id="{E98C441F-1642-4203-DA5F-BA1F5F958D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DDDF38-703C-C617-09E5-8A84C2BAE7D9}"/>
              </a:ext>
            </a:extLst>
          </p:cNvPr>
          <p:cNvSpPr>
            <a:spLocks noGrp="1"/>
          </p:cNvSpPr>
          <p:nvPr>
            <p:ph type="sldNum" sz="quarter" idx="12"/>
          </p:nvPr>
        </p:nvSpPr>
        <p:spPr/>
        <p:txBody>
          <a:bodyPr/>
          <a:lstStyle/>
          <a:p>
            <a:fld id="{0501C286-5E87-40E9-BB27-088F1837928D}" type="slidenum">
              <a:rPr lang="en-IN" smtClean="0"/>
              <a:t>‹#›</a:t>
            </a:fld>
            <a:endParaRPr lang="en-IN"/>
          </a:p>
        </p:txBody>
      </p:sp>
    </p:spTree>
    <p:extLst>
      <p:ext uri="{BB962C8B-B14F-4D97-AF65-F5344CB8AC3E}">
        <p14:creationId xmlns:p14="http://schemas.microsoft.com/office/powerpoint/2010/main" val="2604799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FF95C-FAE9-6105-674F-EF24472BB4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3B4948-1583-3845-8C53-FFA977F0EA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299DB39-CCB7-02DC-F785-8E2C37B43E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29F2104-C2C2-EE89-536E-A72236B20074}"/>
              </a:ext>
            </a:extLst>
          </p:cNvPr>
          <p:cNvSpPr>
            <a:spLocks noGrp="1"/>
          </p:cNvSpPr>
          <p:nvPr>
            <p:ph type="dt" sz="half" idx="10"/>
          </p:nvPr>
        </p:nvSpPr>
        <p:spPr/>
        <p:txBody>
          <a:bodyPr/>
          <a:lstStyle/>
          <a:p>
            <a:fld id="{5DF9D971-CD7E-48FE-BFC3-0D194353480B}" type="datetimeFigureOut">
              <a:rPr lang="en-IN" smtClean="0"/>
              <a:t>31-08-2026</a:t>
            </a:fld>
            <a:endParaRPr lang="en-IN"/>
          </a:p>
        </p:txBody>
      </p:sp>
      <p:sp>
        <p:nvSpPr>
          <p:cNvPr id="6" name="Footer Placeholder 5">
            <a:extLst>
              <a:ext uri="{FF2B5EF4-FFF2-40B4-BE49-F238E27FC236}">
                <a16:creationId xmlns:a16="http://schemas.microsoft.com/office/drawing/2014/main" id="{452F7E87-7B3B-DB3B-FAB8-722CCC4BFA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A0C819-1EDD-CA26-E330-E5F63EF47524}"/>
              </a:ext>
            </a:extLst>
          </p:cNvPr>
          <p:cNvSpPr>
            <a:spLocks noGrp="1"/>
          </p:cNvSpPr>
          <p:nvPr>
            <p:ph type="sldNum" sz="quarter" idx="12"/>
          </p:nvPr>
        </p:nvSpPr>
        <p:spPr/>
        <p:txBody>
          <a:bodyPr/>
          <a:lstStyle/>
          <a:p>
            <a:fld id="{0501C286-5E87-40E9-BB27-088F1837928D}" type="slidenum">
              <a:rPr lang="en-IN" smtClean="0"/>
              <a:t>‹#›</a:t>
            </a:fld>
            <a:endParaRPr lang="en-IN"/>
          </a:p>
        </p:txBody>
      </p:sp>
    </p:spTree>
    <p:extLst>
      <p:ext uri="{BB962C8B-B14F-4D97-AF65-F5344CB8AC3E}">
        <p14:creationId xmlns:p14="http://schemas.microsoft.com/office/powerpoint/2010/main" val="156481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96EB3-02D4-B5B1-5FDE-2F70ED23832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E150DCE-D131-7A51-E6E4-72606300B5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312E76-AA98-E29F-288B-4A00A91B4D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140C48A-9EE9-CE56-B4FE-90396501C0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ABBCF2-2E04-0E49-D9D6-10471DDCCF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7DBDD2E-96AE-63F1-1210-ED06C6B442C4}"/>
              </a:ext>
            </a:extLst>
          </p:cNvPr>
          <p:cNvSpPr>
            <a:spLocks noGrp="1"/>
          </p:cNvSpPr>
          <p:nvPr>
            <p:ph type="dt" sz="half" idx="10"/>
          </p:nvPr>
        </p:nvSpPr>
        <p:spPr/>
        <p:txBody>
          <a:bodyPr/>
          <a:lstStyle/>
          <a:p>
            <a:fld id="{5DF9D971-CD7E-48FE-BFC3-0D194353480B}" type="datetimeFigureOut">
              <a:rPr lang="en-IN" smtClean="0"/>
              <a:t>31-08-2026</a:t>
            </a:fld>
            <a:endParaRPr lang="en-IN"/>
          </a:p>
        </p:txBody>
      </p:sp>
      <p:sp>
        <p:nvSpPr>
          <p:cNvPr id="8" name="Footer Placeholder 7">
            <a:extLst>
              <a:ext uri="{FF2B5EF4-FFF2-40B4-BE49-F238E27FC236}">
                <a16:creationId xmlns:a16="http://schemas.microsoft.com/office/drawing/2014/main" id="{9841323F-1458-5052-4A73-51D3180A754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3020B4B-4034-1DF4-6A55-31F3634A34A2}"/>
              </a:ext>
            </a:extLst>
          </p:cNvPr>
          <p:cNvSpPr>
            <a:spLocks noGrp="1"/>
          </p:cNvSpPr>
          <p:nvPr>
            <p:ph type="sldNum" sz="quarter" idx="12"/>
          </p:nvPr>
        </p:nvSpPr>
        <p:spPr/>
        <p:txBody>
          <a:bodyPr/>
          <a:lstStyle/>
          <a:p>
            <a:fld id="{0501C286-5E87-40E9-BB27-088F1837928D}" type="slidenum">
              <a:rPr lang="en-IN" smtClean="0"/>
              <a:t>‹#›</a:t>
            </a:fld>
            <a:endParaRPr lang="en-IN"/>
          </a:p>
        </p:txBody>
      </p:sp>
    </p:spTree>
    <p:extLst>
      <p:ext uri="{BB962C8B-B14F-4D97-AF65-F5344CB8AC3E}">
        <p14:creationId xmlns:p14="http://schemas.microsoft.com/office/powerpoint/2010/main" val="3414810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8FEEF-FAD6-8DA6-181B-E4517253269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F2D5F9B-3AC2-AE5B-EE94-12C01698C263}"/>
              </a:ext>
            </a:extLst>
          </p:cNvPr>
          <p:cNvSpPr>
            <a:spLocks noGrp="1"/>
          </p:cNvSpPr>
          <p:nvPr>
            <p:ph type="dt" sz="half" idx="10"/>
          </p:nvPr>
        </p:nvSpPr>
        <p:spPr/>
        <p:txBody>
          <a:bodyPr/>
          <a:lstStyle/>
          <a:p>
            <a:fld id="{5DF9D971-CD7E-48FE-BFC3-0D194353480B}" type="datetimeFigureOut">
              <a:rPr lang="en-IN" smtClean="0"/>
              <a:t>31-08-2026</a:t>
            </a:fld>
            <a:endParaRPr lang="en-IN"/>
          </a:p>
        </p:txBody>
      </p:sp>
      <p:sp>
        <p:nvSpPr>
          <p:cNvPr id="4" name="Footer Placeholder 3">
            <a:extLst>
              <a:ext uri="{FF2B5EF4-FFF2-40B4-BE49-F238E27FC236}">
                <a16:creationId xmlns:a16="http://schemas.microsoft.com/office/drawing/2014/main" id="{99645C93-9C00-1639-D48D-3F3C79C73A6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642D0B1-BD1A-BEAC-2D19-6BCF26E9467B}"/>
              </a:ext>
            </a:extLst>
          </p:cNvPr>
          <p:cNvSpPr>
            <a:spLocks noGrp="1"/>
          </p:cNvSpPr>
          <p:nvPr>
            <p:ph type="sldNum" sz="quarter" idx="12"/>
          </p:nvPr>
        </p:nvSpPr>
        <p:spPr/>
        <p:txBody>
          <a:bodyPr/>
          <a:lstStyle/>
          <a:p>
            <a:fld id="{0501C286-5E87-40E9-BB27-088F1837928D}" type="slidenum">
              <a:rPr lang="en-IN" smtClean="0"/>
              <a:t>‹#›</a:t>
            </a:fld>
            <a:endParaRPr lang="en-IN"/>
          </a:p>
        </p:txBody>
      </p:sp>
    </p:spTree>
    <p:extLst>
      <p:ext uri="{BB962C8B-B14F-4D97-AF65-F5344CB8AC3E}">
        <p14:creationId xmlns:p14="http://schemas.microsoft.com/office/powerpoint/2010/main" val="158976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A7EDDB-894B-7A8F-2186-3DC98BE4D255}"/>
              </a:ext>
            </a:extLst>
          </p:cNvPr>
          <p:cNvSpPr>
            <a:spLocks noGrp="1"/>
          </p:cNvSpPr>
          <p:nvPr>
            <p:ph type="dt" sz="half" idx="10"/>
          </p:nvPr>
        </p:nvSpPr>
        <p:spPr/>
        <p:txBody>
          <a:bodyPr/>
          <a:lstStyle/>
          <a:p>
            <a:fld id="{5DF9D971-CD7E-48FE-BFC3-0D194353480B}" type="datetimeFigureOut">
              <a:rPr lang="en-IN" smtClean="0"/>
              <a:t>31-08-2026</a:t>
            </a:fld>
            <a:endParaRPr lang="en-IN"/>
          </a:p>
        </p:txBody>
      </p:sp>
      <p:sp>
        <p:nvSpPr>
          <p:cNvPr id="3" name="Footer Placeholder 2">
            <a:extLst>
              <a:ext uri="{FF2B5EF4-FFF2-40B4-BE49-F238E27FC236}">
                <a16:creationId xmlns:a16="http://schemas.microsoft.com/office/drawing/2014/main" id="{AEDAC663-1B13-65A2-FBC3-7F479F68360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8A09F3C-A3FA-4CF9-AF54-E79A919251A8}"/>
              </a:ext>
            </a:extLst>
          </p:cNvPr>
          <p:cNvSpPr>
            <a:spLocks noGrp="1"/>
          </p:cNvSpPr>
          <p:nvPr>
            <p:ph type="sldNum" sz="quarter" idx="12"/>
          </p:nvPr>
        </p:nvSpPr>
        <p:spPr/>
        <p:txBody>
          <a:bodyPr/>
          <a:lstStyle/>
          <a:p>
            <a:fld id="{0501C286-5E87-40E9-BB27-088F1837928D}" type="slidenum">
              <a:rPr lang="en-IN" smtClean="0"/>
              <a:t>‹#›</a:t>
            </a:fld>
            <a:endParaRPr lang="en-IN"/>
          </a:p>
        </p:txBody>
      </p:sp>
    </p:spTree>
    <p:extLst>
      <p:ext uri="{BB962C8B-B14F-4D97-AF65-F5344CB8AC3E}">
        <p14:creationId xmlns:p14="http://schemas.microsoft.com/office/powerpoint/2010/main" val="397928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5F985-FAB6-BE53-18ED-DF1D0BAAE2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D8123CB-9FE8-5A44-5B65-CD77C0A223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6714C6B-3EDB-F698-375B-83B4731E0B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EFDF81-2A9B-0A8F-530E-30893F071C0A}"/>
              </a:ext>
            </a:extLst>
          </p:cNvPr>
          <p:cNvSpPr>
            <a:spLocks noGrp="1"/>
          </p:cNvSpPr>
          <p:nvPr>
            <p:ph type="dt" sz="half" idx="10"/>
          </p:nvPr>
        </p:nvSpPr>
        <p:spPr/>
        <p:txBody>
          <a:bodyPr/>
          <a:lstStyle/>
          <a:p>
            <a:fld id="{5DF9D971-CD7E-48FE-BFC3-0D194353480B}" type="datetimeFigureOut">
              <a:rPr lang="en-IN" smtClean="0"/>
              <a:t>31-08-2026</a:t>
            </a:fld>
            <a:endParaRPr lang="en-IN"/>
          </a:p>
        </p:txBody>
      </p:sp>
      <p:sp>
        <p:nvSpPr>
          <p:cNvPr id="6" name="Footer Placeholder 5">
            <a:extLst>
              <a:ext uri="{FF2B5EF4-FFF2-40B4-BE49-F238E27FC236}">
                <a16:creationId xmlns:a16="http://schemas.microsoft.com/office/drawing/2014/main" id="{A0CF0A2F-6F5C-92CB-751B-B3A56628DF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C5166E4-EC33-ED7E-3287-38AFC448FFB7}"/>
              </a:ext>
            </a:extLst>
          </p:cNvPr>
          <p:cNvSpPr>
            <a:spLocks noGrp="1"/>
          </p:cNvSpPr>
          <p:nvPr>
            <p:ph type="sldNum" sz="quarter" idx="12"/>
          </p:nvPr>
        </p:nvSpPr>
        <p:spPr/>
        <p:txBody>
          <a:bodyPr/>
          <a:lstStyle/>
          <a:p>
            <a:fld id="{0501C286-5E87-40E9-BB27-088F1837928D}" type="slidenum">
              <a:rPr lang="en-IN" smtClean="0"/>
              <a:t>‹#›</a:t>
            </a:fld>
            <a:endParaRPr lang="en-IN"/>
          </a:p>
        </p:txBody>
      </p:sp>
    </p:spTree>
    <p:extLst>
      <p:ext uri="{BB962C8B-B14F-4D97-AF65-F5344CB8AC3E}">
        <p14:creationId xmlns:p14="http://schemas.microsoft.com/office/powerpoint/2010/main" val="939562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A4552-F5A2-B591-6C99-BB28155E46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1E29496-2CBD-4EDD-5DC7-3E4883E918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A90208F-BA6B-C9D1-9B7C-F8DAADA8F0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8E96BB-8C81-2E58-343D-D04207E849B8}"/>
              </a:ext>
            </a:extLst>
          </p:cNvPr>
          <p:cNvSpPr>
            <a:spLocks noGrp="1"/>
          </p:cNvSpPr>
          <p:nvPr>
            <p:ph type="dt" sz="half" idx="10"/>
          </p:nvPr>
        </p:nvSpPr>
        <p:spPr/>
        <p:txBody>
          <a:bodyPr/>
          <a:lstStyle/>
          <a:p>
            <a:fld id="{5DF9D971-CD7E-48FE-BFC3-0D194353480B}" type="datetimeFigureOut">
              <a:rPr lang="en-IN" smtClean="0"/>
              <a:t>31-08-2026</a:t>
            </a:fld>
            <a:endParaRPr lang="en-IN"/>
          </a:p>
        </p:txBody>
      </p:sp>
      <p:sp>
        <p:nvSpPr>
          <p:cNvPr id="6" name="Footer Placeholder 5">
            <a:extLst>
              <a:ext uri="{FF2B5EF4-FFF2-40B4-BE49-F238E27FC236}">
                <a16:creationId xmlns:a16="http://schemas.microsoft.com/office/drawing/2014/main" id="{07F3F12E-1F90-90BF-C315-C94642D88D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CC9E76-DB7C-9C14-B28F-CDA9DEF0AF39}"/>
              </a:ext>
            </a:extLst>
          </p:cNvPr>
          <p:cNvSpPr>
            <a:spLocks noGrp="1"/>
          </p:cNvSpPr>
          <p:nvPr>
            <p:ph type="sldNum" sz="quarter" idx="12"/>
          </p:nvPr>
        </p:nvSpPr>
        <p:spPr/>
        <p:txBody>
          <a:bodyPr/>
          <a:lstStyle/>
          <a:p>
            <a:fld id="{0501C286-5E87-40E9-BB27-088F1837928D}" type="slidenum">
              <a:rPr lang="en-IN" smtClean="0"/>
              <a:t>‹#›</a:t>
            </a:fld>
            <a:endParaRPr lang="en-IN"/>
          </a:p>
        </p:txBody>
      </p:sp>
    </p:spTree>
    <p:extLst>
      <p:ext uri="{BB962C8B-B14F-4D97-AF65-F5344CB8AC3E}">
        <p14:creationId xmlns:p14="http://schemas.microsoft.com/office/powerpoint/2010/main" val="3282812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F8E96-938F-D77D-C4EF-2567DA2DCB8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035690-45C4-76C4-83B6-AF96EF08C5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128EDA-A975-82D7-2BEB-193B15F2A2A4}"/>
              </a:ext>
            </a:extLst>
          </p:cNvPr>
          <p:cNvSpPr>
            <a:spLocks noGrp="1"/>
          </p:cNvSpPr>
          <p:nvPr>
            <p:ph type="dt" sz="half" idx="10"/>
          </p:nvPr>
        </p:nvSpPr>
        <p:spPr/>
        <p:txBody>
          <a:bodyPr/>
          <a:lstStyle/>
          <a:p>
            <a:fld id="{5DF9D971-CD7E-48FE-BFC3-0D194353480B}" type="datetimeFigureOut">
              <a:rPr lang="en-IN" smtClean="0"/>
              <a:t>31-08-2026</a:t>
            </a:fld>
            <a:endParaRPr lang="en-IN"/>
          </a:p>
        </p:txBody>
      </p:sp>
      <p:sp>
        <p:nvSpPr>
          <p:cNvPr id="5" name="Footer Placeholder 4">
            <a:extLst>
              <a:ext uri="{FF2B5EF4-FFF2-40B4-BE49-F238E27FC236}">
                <a16:creationId xmlns:a16="http://schemas.microsoft.com/office/drawing/2014/main" id="{12A99D0B-1DB2-2D4D-A6D2-1B5BFFAF8C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55972E-5C7F-D8D3-CF3F-CFB5E5B57993}"/>
              </a:ext>
            </a:extLst>
          </p:cNvPr>
          <p:cNvSpPr>
            <a:spLocks noGrp="1"/>
          </p:cNvSpPr>
          <p:nvPr>
            <p:ph type="sldNum" sz="quarter" idx="12"/>
          </p:nvPr>
        </p:nvSpPr>
        <p:spPr/>
        <p:txBody>
          <a:bodyPr/>
          <a:lstStyle/>
          <a:p>
            <a:fld id="{0501C286-5E87-40E9-BB27-088F1837928D}" type="slidenum">
              <a:rPr lang="en-IN" smtClean="0"/>
              <a:t>‹#›</a:t>
            </a:fld>
            <a:endParaRPr lang="en-IN"/>
          </a:p>
        </p:txBody>
      </p:sp>
    </p:spTree>
    <p:extLst>
      <p:ext uri="{BB962C8B-B14F-4D97-AF65-F5344CB8AC3E}">
        <p14:creationId xmlns:p14="http://schemas.microsoft.com/office/powerpoint/2010/main" val="26565266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3B63B0-BFD5-C089-FF62-7833524398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4973D21-9E62-9E0F-5186-D46729FA38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923D2A-D0EF-121B-BC1E-C2C701DF5060}"/>
              </a:ext>
            </a:extLst>
          </p:cNvPr>
          <p:cNvSpPr>
            <a:spLocks noGrp="1"/>
          </p:cNvSpPr>
          <p:nvPr>
            <p:ph type="dt" sz="half" idx="10"/>
          </p:nvPr>
        </p:nvSpPr>
        <p:spPr/>
        <p:txBody>
          <a:bodyPr/>
          <a:lstStyle/>
          <a:p>
            <a:fld id="{5DF9D971-CD7E-48FE-BFC3-0D194353480B}" type="datetimeFigureOut">
              <a:rPr lang="en-IN" smtClean="0"/>
              <a:t>31-08-2026</a:t>
            </a:fld>
            <a:endParaRPr lang="en-IN"/>
          </a:p>
        </p:txBody>
      </p:sp>
      <p:sp>
        <p:nvSpPr>
          <p:cNvPr id="5" name="Footer Placeholder 4">
            <a:extLst>
              <a:ext uri="{FF2B5EF4-FFF2-40B4-BE49-F238E27FC236}">
                <a16:creationId xmlns:a16="http://schemas.microsoft.com/office/drawing/2014/main" id="{76C33DFB-9EC1-524B-BE6F-0340320C4E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FEF0D2-CC17-9712-3EE0-40E7E20271DD}"/>
              </a:ext>
            </a:extLst>
          </p:cNvPr>
          <p:cNvSpPr>
            <a:spLocks noGrp="1"/>
          </p:cNvSpPr>
          <p:nvPr>
            <p:ph type="sldNum" sz="quarter" idx="12"/>
          </p:nvPr>
        </p:nvSpPr>
        <p:spPr/>
        <p:txBody>
          <a:bodyPr/>
          <a:lstStyle/>
          <a:p>
            <a:fld id="{0501C286-5E87-40E9-BB27-088F1837928D}" type="slidenum">
              <a:rPr lang="en-IN" smtClean="0"/>
              <a:t>‹#›</a:t>
            </a:fld>
            <a:endParaRPr lang="en-IN"/>
          </a:p>
        </p:txBody>
      </p:sp>
    </p:spTree>
    <p:extLst>
      <p:ext uri="{BB962C8B-B14F-4D97-AF65-F5344CB8AC3E}">
        <p14:creationId xmlns:p14="http://schemas.microsoft.com/office/powerpoint/2010/main" val="2840024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EE0B65-5D51-09C9-EE20-BB28096A9C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A68BFF-7D48-36CE-25AC-186A63EC71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0E76C3-5E1F-84B4-BF69-744DCDED1D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F9D971-CD7E-48FE-BFC3-0D194353480B}" type="datetimeFigureOut">
              <a:rPr lang="en-IN" smtClean="0"/>
              <a:t>31-08-2026</a:t>
            </a:fld>
            <a:endParaRPr lang="en-IN"/>
          </a:p>
        </p:txBody>
      </p:sp>
      <p:sp>
        <p:nvSpPr>
          <p:cNvPr id="5" name="Footer Placeholder 4">
            <a:extLst>
              <a:ext uri="{FF2B5EF4-FFF2-40B4-BE49-F238E27FC236}">
                <a16:creationId xmlns:a16="http://schemas.microsoft.com/office/drawing/2014/main" id="{0271C44D-9085-0B51-4A5D-15FC9AAB9B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D076024-C593-6417-62DF-4B25EA2A67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01C286-5E87-40E9-BB27-088F1837928D}" type="slidenum">
              <a:rPr lang="en-IN" smtClean="0"/>
              <a:t>‹#›</a:t>
            </a:fld>
            <a:endParaRPr lang="en-IN"/>
          </a:p>
        </p:txBody>
      </p:sp>
    </p:spTree>
    <p:extLst>
      <p:ext uri="{BB962C8B-B14F-4D97-AF65-F5344CB8AC3E}">
        <p14:creationId xmlns:p14="http://schemas.microsoft.com/office/powerpoint/2010/main" val="35918697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6D872-F0B0-AED6-FB13-2D9932DA9AD8}"/>
              </a:ext>
            </a:extLst>
          </p:cNvPr>
          <p:cNvSpPr>
            <a:spLocks noGrp="1"/>
          </p:cNvSpPr>
          <p:nvPr>
            <p:ph type="ctrTitle"/>
          </p:nvPr>
        </p:nvSpPr>
        <p:spPr>
          <a:xfrm>
            <a:off x="1465006" y="1671484"/>
            <a:ext cx="9144000" cy="1356698"/>
          </a:xfrm>
        </p:spPr>
        <p:txBody>
          <a:bodyPr>
            <a:normAutofit fontScale="90000"/>
          </a:bodyPr>
          <a:lstStyle/>
          <a:p>
            <a:r>
              <a:rPr lang="en-US" sz="3600" dirty="0">
                <a:latin typeface="Times New Roman" panose="02020603050405020304" pitchFamily="18" charset="0"/>
                <a:cs typeface="Times New Roman" panose="02020603050405020304" pitchFamily="18" charset="0"/>
              </a:rPr>
              <a:t>Encrypted Multi-Party Container Load Optimization with RAG-Powered Compliance Explanations</a:t>
            </a:r>
            <a:endParaRPr lang="en-IN" sz="36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3815118-F926-284F-4BE7-1E6E64B5C5DF}"/>
              </a:ext>
            </a:extLst>
          </p:cNvPr>
          <p:cNvSpPr>
            <a:spLocks noGrp="1"/>
          </p:cNvSpPr>
          <p:nvPr>
            <p:ph type="subTitle" idx="1"/>
          </p:nvPr>
        </p:nvSpPr>
        <p:spPr>
          <a:xfrm>
            <a:off x="2212258" y="3028182"/>
            <a:ext cx="9144000" cy="3283974"/>
          </a:xfrm>
        </p:spPr>
        <p:txBody>
          <a:bodyPr>
            <a:normAutofit fontScale="92500" lnSpcReduction="10000"/>
          </a:bodyPr>
          <a:lstStyle/>
          <a:p>
            <a:r>
              <a:rPr lang="en-IN" dirty="0"/>
              <a:t>                                                                                              </a:t>
            </a:r>
            <a:r>
              <a:rPr lang="en-IN" b="1" dirty="0">
                <a:latin typeface="Times New Roman" panose="02020603050405020304" pitchFamily="18" charset="0"/>
                <a:cs typeface="Times New Roman" panose="02020603050405020304" pitchFamily="18" charset="0"/>
              </a:rPr>
              <a:t>Presented by</a:t>
            </a:r>
          </a:p>
          <a:p>
            <a:r>
              <a:rPr lang="en-IN" dirty="0"/>
              <a:t>                                                                                     </a:t>
            </a:r>
            <a:r>
              <a:rPr lang="en-IN" dirty="0">
                <a:latin typeface="Times New Roman" panose="02020603050405020304" pitchFamily="18" charset="0"/>
                <a:cs typeface="Times New Roman" panose="02020603050405020304" pitchFamily="18" charset="0"/>
              </a:rPr>
              <a:t>K </a:t>
            </a:r>
            <a:r>
              <a:rPr lang="en-IN" dirty="0" err="1">
                <a:latin typeface="Times New Roman" panose="02020603050405020304" pitchFamily="18" charset="0"/>
                <a:cs typeface="Times New Roman" panose="02020603050405020304" pitchFamily="18" charset="0"/>
              </a:rPr>
              <a:t>sreelatha</a:t>
            </a:r>
            <a:r>
              <a:rPr lang="en-IN" dirty="0">
                <a:latin typeface="Times New Roman" panose="02020603050405020304" pitchFamily="18" charset="0"/>
                <a:cs typeface="Times New Roman" panose="02020603050405020304" pitchFamily="18" charset="0"/>
              </a:rPr>
              <a:t>(192425248)</a:t>
            </a:r>
          </a:p>
          <a:p>
            <a:r>
              <a:rPr lang="en-IN" dirty="0">
                <a:latin typeface="Times New Roman" panose="02020603050405020304" pitchFamily="18" charset="0"/>
                <a:cs typeface="Times New Roman" panose="02020603050405020304" pitchFamily="18" charset="0"/>
              </a:rPr>
              <a:t>                                                                              P Ishwariya(192524445)</a:t>
            </a:r>
          </a:p>
          <a:p>
            <a:r>
              <a:rPr lang="en-IN">
                <a:latin typeface="Times New Roman" panose="02020603050405020304" pitchFamily="18" charset="0"/>
                <a:cs typeface="Times New Roman" panose="02020603050405020304" pitchFamily="18" charset="0"/>
              </a:rPr>
              <a:t>                                                                          Angel Deepika M(</a:t>
            </a:r>
            <a:r>
              <a:rPr lang="en-IN" dirty="0">
                <a:latin typeface="Times New Roman" panose="02020603050405020304" pitchFamily="18" charset="0"/>
                <a:cs typeface="Times New Roman" panose="02020603050405020304" pitchFamily="18" charset="0"/>
              </a:rPr>
              <a:t>192521272)</a:t>
            </a:r>
          </a:p>
          <a:p>
            <a:r>
              <a:rPr lang="en-IN" dirty="0">
                <a:latin typeface="Times New Roman" panose="02020603050405020304" pitchFamily="18" charset="0"/>
                <a:cs typeface="Times New Roman" panose="02020603050405020304" pitchFamily="18" charset="0"/>
              </a:rPr>
              <a:t>                                                                                G Navya </a:t>
            </a:r>
            <a:r>
              <a:rPr lang="en-IN" dirty="0" err="1">
                <a:latin typeface="Times New Roman" panose="02020603050405020304" pitchFamily="18" charset="0"/>
                <a:cs typeface="Times New Roman" panose="02020603050405020304" pitchFamily="18" charset="0"/>
              </a:rPr>
              <a:t>sri</a:t>
            </a:r>
            <a:r>
              <a:rPr lang="en-IN" dirty="0">
                <a:latin typeface="Times New Roman" panose="02020603050405020304" pitchFamily="18" charset="0"/>
                <a:cs typeface="Times New Roman" panose="02020603050405020304" pitchFamily="18" charset="0"/>
              </a:rPr>
              <a:t>(192524170)</a:t>
            </a:r>
          </a:p>
          <a:p>
            <a:r>
              <a:rPr lang="en-IN" dirty="0">
                <a:latin typeface="Times New Roman" panose="02020603050405020304" pitchFamily="18" charset="0"/>
                <a:cs typeface="Times New Roman" panose="02020603050405020304" pitchFamily="18" charset="0"/>
              </a:rPr>
              <a:t>                                                                                C Manogna(192525215)</a:t>
            </a:r>
          </a:p>
          <a:p>
            <a:r>
              <a:rPr lang="da-DK" sz="2000" b="1" dirty="0">
                <a:latin typeface="Times New Roman" panose="02020603050405020304" pitchFamily="18" charset="0"/>
                <a:cs typeface="Times New Roman" panose="02020603050405020304" pitchFamily="18" charset="0"/>
              </a:rPr>
              <a:t>                                                                                                Guided By:</a:t>
            </a:r>
          </a:p>
          <a:p>
            <a:r>
              <a:rPr lang="da-DK" sz="2000" b="1" dirty="0">
                <a:latin typeface="Times New Roman" panose="02020603050405020304" pitchFamily="18" charset="0"/>
                <a:cs typeface="Times New Roman" panose="02020603050405020304" pitchFamily="18" charset="0"/>
              </a:rPr>
              <a:t>                                                                                                </a:t>
            </a:r>
            <a:r>
              <a:rPr lang="da-DK" sz="2000" dirty="0">
                <a:latin typeface="Times New Roman" panose="02020603050405020304" pitchFamily="18" charset="0"/>
                <a:cs typeface="Times New Roman" panose="02020603050405020304" pitchFamily="18" charset="0"/>
              </a:rPr>
              <a:t>Dr.A.Sairam</a:t>
            </a:r>
            <a:endParaRPr lang="en-IN" sz="2000" dirty="0"/>
          </a:p>
          <a:p>
            <a:endParaRPr lang="en-IN" dirty="0"/>
          </a:p>
        </p:txBody>
      </p:sp>
      <p:pic>
        <p:nvPicPr>
          <p:cNvPr id="5" name="Picture 4">
            <a:extLst>
              <a:ext uri="{FF2B5EF4-FFF2-40B4-BE49-F238E27FC236}">
                <a16:creationId xmlns:a16="http://schemas.microsoft.com/office/drawing/2014/main" id="{1DBD6290-F1A8-1142-AE68-F494A3E765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603" y="148019"/>
            <a:ext cx="909638" cy="103482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03BE1F2-EBED-1B2E-BE45-F1A70181BC5C}"/>
              </a:ext>
            </a:extLst>
          </p:cNvPr>
          <p:cNvSpPr txBox="1"/>
          <p:nvPr/>
        </p:nvSpPr>
        <p:spPr>
          <a:xfrm>
            <a:off x="1720644" y="148019"/>
            <a:ext cx="8573729" cy="1261884"/>
          </a:xfrm>
          <a:prstGeom prst="rect">
            <a:avLst/>
          </a:prstGeom>
          <a:noFill/>
        </p:spPr>
        <p:txBody>
          <a:bodyPr wrap="square">
            <a:spAutoFit/>
          </a:bodyPr>
          <a:lstStyle/>
          <a:p>
            <a:r>
              <a:rPr lang="en-US" sz="2800" b="1" dirty="0">
                <a:solidFill>
                  <a:schemeClr val="accent1"/>
                </a:solidFill>
                <a:latin typeface="Times New Roman" panose="02020603050405020304" pitchFamily="18" charset="0"/>
                <a:ea typeface="Calibri" panose="020F0502020204030204" pitchFamily="34" charset="0"/>
                <a:cs typeface="Times New Roman" panose="02020603050405020304" pitchFamily="18" charset="0"/>
              </a:rPr>
              <a:t>                        </a:t>
            </a:r>
            <a:r>
              <a:rPr lang="en-US" sz="2400" b="1" dirty="0">
                <a:solidFill>
                  <a:schemeClr val="accent1"/>
                </a:solidFill>
                <a:latin typeface="Times New Roman" panose="02020603050405020304" pitchFamily="18" charset="0"/>
                <a:ea typeface="Calibri" panose="020F0502020204030204" pitchFamily="34" charset="0"/>
                <a:cs typeface="Times New Roman" panose="02020603050405020304" pitchFamily="18" charset="0"/>
              </a:rPr>
              <a:t>SIMATS ENGINEERING</a:t>
            </a:r>
            <a:br>
              <a:rPr lang="en-US" sz="2400" b="1" dirty="0">
                <a:solidFill>
                  <a:schemeClr val="accent1"/>
                </a:solidFill>
                <a:latin typeface="Times New Roman" panose="02020603050405020304" pitchFamily="18" charset="0"/>
                <a:ea typeface="Calibri" panose="020F0502020204030204" pitchFamily="34" charset="0"/>
                <a:cs typeface="Times New Roman" panose="02020603050405020304" pitchFamily="18" charset="0"/>
              </a:rPr>
            </a:br>
            <a:r>
              <a:rPr lang="en-US" sz="2400" b="1" dirty="0">
                <a:solidFill>
                  <a:schemeClr val="accent1"/>
                </a:solidFill>
                <a:latin typeface="Times New Roman" panose="02020603050405020304" pitchFamily="18" charset="0"/>
                <a:ea typeface="Calibri" panose="020F0502020204030204" pitchFamily="34" charset="0"/>
                <a:cs typeface="Times New Roman" panose="02020603050405020304" pitchFamily="18" charset="0"/>
              </a:rPr>
              <a:t>Saveetha Institute of Medical and Technical Sciences</a:t>
            </a:r>
            <a:br>
              <a:rPr lang="en-US" sz="2400" b="1" dirty="0">
                <a:solidFill>
                  <a:schemeClr val="accent1"/>
                </a:solidFill>
                <a:latin typeface="Times New Roman" panose="02020603050405020304" pitchFamily="18" charset="0"/>
                <a:ea typeface="Calibri" panose="020F0502020204030204" pitchFamily="34" charset="0"/>
                <a:cs typeface="Times New Roman" panose="02020603050405020304" pitchFamily="18" charset="0"/>
              </a:rPr>
            </a:br>
            <a:r>
              <a:rPr lang="en-US" sz="2400" b="1" dirty="0">
                <a:solidFill>
                  <a:schemeClr val="accent1"/>
                </a:solidFill>
                <a:latin typeface="Times New Roman" panose="02020603050405020304" pitchFamily="18" charset="0"/>
                <a:ea typeface="Calibri" panose="020F0502020204030204" pitchFamily="34" charset="0"/>
                <a:cs typeface="Times New Roman" panose="02020603050405020304" pitchFamily="18" charset="0"/>
              </a:rPr>
              <a:t>                                  Chennai-602105</a:t>
            </a:r>
            <a:r>
              <a:rPr lang="en-US" sz="1600" b="1" dirty="0">
                <a:solidFill>
                  <a:schemeClr val="accent1"/>
                </a:solidFill>
                <a:latin typeface="Times New Roman" panose="02020603050405020304" pitchFamily="18" charset="0"/>
                <a:ea typeface="Calibri" panose="020F0502020204030204" pitchFamily="34" charset="0"/>
                <a:cs typeface="Times New Roman" panose="02020603050405020304" pitchFamily="18" charset="0"/>
              </a:rPr>
              <a:t>.</a:t>
            </a:r>
            <a:endParaRPr lang="en-IN" sz="2800" dirty="0">
              <a:solidFill>
                <a:schemeClr val="accent1"/>
              </a:solidFill>
            </a:endParaRPr>
          </a:p>
        </p:txBody>
      </p:sp>
      <p:pic>
        <p:nvPicPr>
          <p:cNvPr id="11" name="Picture 2">
            <a:extLst>
              <a:ext uri="{FF2B5EF4-FFF2-40B4-BE49-F238E27FC236}">
                <a16:creationId xmlns:a16="http://schemas.microsoft.com/office/drawing/2014/main" id="{BA0F0C9A-51DF-714B-0880-28DDC3A162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8453" y="53618"/>
            <a:ext cx="909637" cy="1129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5237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9D4E1-906E-2A56-4E00-331132C68496}"/>
              </a:ext>
            </a:extLst>
          </p:cNvPr>
          <p:cNvSpPr>
            <a:spLocks noGrp="1"/>
          </p:cNvSpPr>
          <p:nvPr>
            <p:ph type="title"/>
          </p:nvPr>
        </p:nvSpPr>
        <p:spPr>
          <a:xfrm>
            <a:off x="3500283" y="365125"/>
            <a:ext cx="3293807" cy="817717"/>
          </a:xfrm>
        </p:spPr>
        <p:txBody>
          <a:bodyPr>
            <a:normAutofit/>
          </a:bodyPr>
          <a:lstStyle/>
          <a:p>
            <a:r>
              <a:rPr lang="en-IN" sz="4000"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57FB9FA1-86FD-2AB9-EC6A-058698D3BF29}"/>
              </a:ext>
            </a:extLst>
          </p:cNvPr>
          <p:cNvSpPr>
            <a:spLocks noGrp="1"/>
          </p:cNvSpPr>
          <p:nvPr>
            <p:ph idx="1"/>
          </p:nvPr>
        </p:nvSpPr>
        <p:spPr>
          <a:xfrm>
            <a:off x="936522" y="1347018"/>
            <a:ext cx="9849465" cy="5270091"/>
          </a:xfrm>
        </p:spPr>
        <p:txBody>
          <a:bodyPr>
            <a:normAutofit fontScale="40000" lnSpcReduction="20000"/>
          </a:bodyPr>
          <a:lstStyle/>
          <a:p>
            <a:pPr lvl="0" algn="just">
              <a:lnSpc>
                <a:spcPct val="170000"/>
              </a:lnSpc>
            </a:pPr>
            <a:r>
              <a:rPr lang="en-IN" sz="4300" b="1" dirty="0">
                <a:latin typeface="Times New Roman" panose="02020603050405020304" pitchFamily="18" charset="0"/>
                <a:cs typeface="Times New Roman" panose="02020603050405020304" pitchFamily="18" charset="0"/>
              </a:rPr>
              <a:t>Encrypted Multi-Party Container Load Optimization</a:t>
            </a:r>
            <a:r>
              <a:rPr lang="en-IN" sz="4300" dirty="0">
                <a:latin typeface="Times New Roman" panose="02020603050405020304" pitchFamily="18" charset="0"/>
                <a:cs typeface="Times New Roman" panose="02020603050405020304" pitchFamily="18" charset="0"/>
              </a:rPr>
              <a:t> is an intelligent logistics approach for optimizing the arrangement of cargo inside shipping containers. </a:t>
            </a:r>
          </a:p>
          <a:p>
            <a:pPr lvl="0" algn="just">
              <a:lnSpc>
                <a:spcPct val="170000"/>
              </a:lnSpc>
            </a:pPr>
            <a:r>
              <a:rPr lang="en-IN" sz="4300" dirty="0">
                <a:latin typeface="Times New Roman" panose="02020603050405020304" pitchFamily="18" charset="0"/>
                <a:cs typeface="Times New Roman" panose="02020603050405020304" pitchFamily="18" charset="0"/>
              </a:rPr>
              <a:t>It enables </a:t>
            </a:r>
            <a:r>
              <a:rPr lang="en-IN" sz="4300" b="1" dirty="0">
                <a:latin typeface="Times New Roman" panose="02020603050405020304" pitchFamily="18" charset="0"/>
                <a:cs typeface="Times New Roman" panose="02020603050405020304" pitchFamily="18" charset="0"/>
              </a:rPr>
              <a:t>multiple stakeholders</a:t>
            </a:r>
            <a:r>
              <a:rPr lang="en-IN" sz="4300" dirty="0">
                <a:latin typeface="Times New Roman" panose="02020603050405020304" pitchFamily="18" charset="0"/>
                <a:cs typeface="Times New Roman" panose="02020603050405020304" pitchFamily="18" charset="0"/>
              </a:rPr>
              <a:t> such as exporters, importers, freight forwarders, shipping companies, and customs authorities to collaborate securely. </a:t>
            </a:r>
          </a:p>
          <a:p>
            <a:pPr lvl="0" algn="just">
              <a:lnSpc>
                <a:spcPct val="170000"/>
              </a:lnSpc>
            </a:pPr>
            <a:r>
              <a:rPr lang="en-IN" sz="4300" dirty="0">
                <a:latin typeface="Times New Roman" panose="02020603050405020304" pitchFamily="18" charset="0"/>
                <a:cs typeface="Times New Roman" panose="02020603050405020304" pitchFamily="18" charset="0"/>
              </a:rPr>
              <a:t>Sensitive information such as </a:t>
            </a:r>
            <a:r>
              <a:rPr lang="en-IN" sz="4300" b="1" dirty="0">
                <a:latin typeface="Times New Roman" panose="02020603050405020304" pitchFamily="18" charset="0"/>
                <a:cs typeface="Times New Roman" panose="02020603050405020304" pitchFamily="18" charset="0"/>
              </a:rPr>
              <a:t>cargo details, weight, dimensions, quantity, and business data</a:t>
            </a:r>
            <a:r>
              <a:rPr lang="en-IN" sz="4300" dirty="0">
                <a:latin typeface="Times New Roman" panose="02020603050405020304" pitchFamily="18" charset="0"/>
                <a:cs typeface="Times New Roman" panose="02020603050405020304" pitchFamily="18" charset="0"/>
              </a:rPr>
              <a:t> can be protected using encryption techniques. </a:t>
            </a:r>
          </a:p>
          <a:p>
            <a:pPr lvl="0" algn="just">
              <a:lnSpc>
                <a:spcPct val="170000"/>
              </a:lnSpc>
            </a:pPr>
            <a:r>
              <a:rPr lang="en-IN" sz="4300" dirty="0">
                <a:latin typeface="Times New Roman" panose="02020603050405020304" pitchFamily="18" charset="0"/>
                <a:cs typeface="Times New Roman" panose="02020603050405020304" pitchFamily="18" charset="0"/>
              </a:rPr>
              <a:t>The system optimizes container loading based on </a:t>
            </a:r>
            <a:r>
              <a:rPr lang="en-IN" sz="4300" b="1" dirty="0">
                <a:latin typeface="Times New Roman" panose="02020603050405020304" pitchFamily="18" charset="0"/>
                <a:cs typeface="Times New Roman" panose="02020603050405020304" pitchFamily="18" charset="0"/>
              </a:rPr>
              <a:t>available space, weight capacity, cargo dimensions, and transportation constraints</a:t>
            </a:r>
            <a:r>
              <a:rPr lang="en-IN" sz="4300" dirty="0">
                <a:latin typeface="Times New Roman" panose="02020603050405020304" pitchFamily="18" charset="0"/>
                <a:cs typeface="Times New Roman" panose="02020603050405020304" pitchFamily="18" charset="0"/>
              </a:rPr>
              <a:t>. </a:t>
            </a:r>
          </a:p>
          <a:p>
            <a:pPr lvl="0" algn="just">
              <a:lnSpc>
                <a:spcPct val="170000"/>
              </a:lnSpc>
            </a:pPr>
            <a:r>
              <a:rPr lang="en-IN" sz="4300" dirty="0">
                <a:latin typeface="Times New Roman" panose="02020603050405020304" pitchFamily="18" charset="0"/>
                <a:cs typeface="Times New Roman" panose="02020603050405020304" pitchFamily="18" charset="0"/>
              </a:rPr>
              <a:t>It aims to maximize </a:t>
            </a:r>
            <a:r>
              <a:rPr lang="en-IN" sz="4300" b="1" dirty="0">
                <a:latin typeface="Times New Roman" panose="02020603050405020304" pitchFamily="18" charset="0"/>
                <a:cs typeface="Times New Roman" panose="02020603050405020304" pitchFamily="18" charset="0"/>
              </a:rPr>
              <a:t>container space utilization</a:t>
            </a:r>
            <a:r>
              <a:rPr lang="en-IN" sz="4300" dirty="0">
                <a:latin typeface="Times New Roman" panose="02020603050405020304" pitchFamily="18" charset="0"/>
                <a:cs typeface="Times New Roman" panose="02020603050405020304" pitchFamily="18" charset="0"/>
              </a:rPr>
              <a:t> while minimizing unused space and transportation costs. </a:t>
            </a:r>
          </a:p>
          <a:p>
            <a:pPr lvl="0" algn="just">
              <a:lnSpc>
                <a:spcPct val="170000"/>
              </a:lnSpc>
            </a:pPr>
            <a:r>
              <a:rPr lang="en-IN" sz="4300" b="1" dirty="0">
                <a:latin typeface="Times New Roman" panose="02020603050405020304" pitchFamily="18" charset="0"/>
                <a:cs typeface="Times New Roman" panose="02020603050405020304" pitchFamily="18" charset="0"/>
              </a:rPr>
              <a:t>Retrieval-Augmented Generation (RAG)</a:t>
            </a:r>
            <a:r>
              <a:rPr lang="en-IN" sz="4300" dirty="0">
                <a:latin typeface="Times New Roman" panose="02020603050405020304" pitchFamily="18" charset="0"/>
                <a:cs typeface="Times New Roman" panose="02020603050405020304" pitchFamily="18" charset="0"/>
              </a:rPr>
              <a:t> is used to retrieve relevant shipping regulations, customs rules, safety requirements, and compliance documents. </a:t>
            </a:r>
          </a:p>
          <a:p>
            <a:endParaRPr lang="en-IN" dirty="0"/>
          </a:p>
        </p:txBody>
      </p:sp>
      <p:pic>
        <p:nvPicPr>
          <p:cNvPr id="5" name="Picture 4">
            <a:extLst>
              <a:ext uri="{FF2B5EF4-FFF2-40B4-BE49-F238E27FC236}">
                <a16:creationId xmlns:a16="http://schemas.microsoft.com/office/drawing/2014/main" id="{490D7CA5-00A8-3511-348D-58BB4D8C7A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603" y="148019"/>
            <a:ext cx="909638" cy="103482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FFA5FE25-00A8-26A7-151A-E4D2E050D5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8453" y="53618"/>
            <a:ext cx="909637" cy="1129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9423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B69A0-0985-C60D-5322-5C6AAD124EBD}"/>
              </a:ext>
            </a:extLst>
          </p:cNvPr>
          <p:cNvSpPr>
            <a:spLocks noGrp="1"/>
          </p:cNvSpPr>
          <p:nvPr>
            <p:ph type="title"/>
          </p:nvPr>
        </p:nvSpPr>
        <p:spPr>
          <a:xfrm>
            <a:off x="3116826" y="178670"/>
            <a:ext cx="8632723" cy="1325563"/>
          </a:xfrm>
        </p:spPr>
        <p:txBody>
          <a:bodyPr>
            <a:normAutofit/>
          </a:bodyPr>
          <a:lstStyle/>
          <a:p>
            <a:r>
              <a:rPr lang="en-IN" sz="4000"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75046A17-A442-4DE7-C5C7-8A12F663B1C6}"/>
              </a:ext>
            </a:extLst>
          </p:cNvPr>
          <p:cNvSpPr>
            <a:spLocks noGrp="1"/>
          </p:cNvSpPr>
          <p:nvPr>
            <p:ph idx="1"/>
          </p:nvPr>
        </p:nvSpPr>
        <p:spPr/>
        <p:txBody>
          <a:bodyPr>
            <a:normAutofit fontScale="92500" lnSpcReduction="10000"/>
          </a:bodyPr>
          <a:lstStyle/>
          <a:p>
            <a:pPr algn="just">
              <a:lnSpc>
                <a:spcPct val="150000"/>
              </a:lnSpc>
            </a:pPr>
            <a:r>
              <a:rPr lang="en-US" sz="2400" dirty="0">
                <a:latin typeface="Times New Roman" panose="02020603050405020304" pitchFamily="18" charset="0"/>
                <a:cs typeface="Times New Roman" panose="02020603050405020304" pitchFamily="18" charset="0"/>
              </a:rPr>
              <a:t>When multiple shipping companies consolidate cargo into shared containers to reduce costs, they must disclose sensitive manifest details (cargo type, weight, value, destination) to a shared platform or to each other — creating competitive and security risks. Additionally, existing load-planning systems optimize space/weight but give no human-readable justification for why a load plan was structured a certain way, forcing logistics staff to manually cross-check complex, ever-changing shipping regulations (hazard separation rules, weight limits, customs restrictions) after the fact. There is no existing system that combines privacy-preserving multi-party optimization with automated, regulation-grounded explanation generation.</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5CD764E-4BA0-E42B-321A-01ED1B740C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603" y="148019"/>
            <a:ext cx="909638" cy="103482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EBF63320-6F6D-09DB-4F4B-87BF26D28E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8453" y="53618"/>
            <a:ext cx="909637" cy="1129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7693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58B6F-2370-AD3F-309F-8879E1EDCC37}"/>
              </a:ext>
            </a:extLst>
          </p:cNvPr>
          <p:cNvSpPr>
            <a:spLocks noGrp="1"/>
          </p:cNvSpPr>
          <p:nvPr>
            <p:ph type="title"/>
          </p:nvPr>
        </p:nvSpPr>
        <p:spPr>
          <a:xfrm>
            <a:off x="3805084" y="18255"/>
            <a:ext cx="4090220" cy="1325563"/>
          </a:xfrm>
        </p:spPr>
        <p:txBody>
          <a:bodyPr>
            <a:normAutofit/>
          </a:bodyPr>
          <a:lstStyle/>
          <a:p>
            <a:r>
              <a:rPr lang="en-IN" sz="4000" b="1"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940E8E27-23A3-0ED0-850F-E1D6639090BD}"/>
              </a:ext>
            </a:extLst>
          </p:cNvPr>
          <p:cNvSpPr>
            <a:spLocks noGrp="1"/>
          </p:cNvSpPr>
          <p:nvPr>
            <p:ph idx="1"/>
          </p:nvPr>
        </p:nvSpPr>
        <p:spPr>
          <a:xfrm>
            <a:off x="907026" y="1343819"/>
            <a:ext cx="10515600" cy="4948826"/>
          </a:xfrm>
        </p:spPr>
        <p:txBody>
          <a:bodyPr>
            <a:normAutofit fontScale="77500" lnSpcReduction="20000"/>
          </a:bodyPr>
          <a:lstStyle/>
          <a:p>
            <a:pPr algn="just">
              <a:lnSpc>
                <a:spcPct val="170000"/>
              </a:lnSpc>
            </a:pPr>
            <a:r>
              <a:rPr lang="en-US" sz="2400" dirty="0">
                <a:latin typeface="Times New Roman" panose="02020603050405020304" pitchFamily="18" charset="0"/>
                <a:cs typeface="Times New Roman" panose="02020603050405020304" pitchFamily="18" charset="0"/>
              </a:rPr>
              <a:t>Design a system where multiple companies can identify compatible cargo for container consolidation without exposing raw manifest data to each other or the platform.</a:t>
            </a:r>
          </a:p>
          <a:p>
            <a:pPr algn="just">
              <a:lnSpc>
                <a:spcPct val="170000"/>
              </a:lnSpc>
            </a:pPr>
            <a:r>
              <a:rPr lang="en-US" sz="2400" dirty="0">
                <a:latin typeface="Times New Roman" panose="02020603050405020304" pitchFamily="18" charset="0"/>
                <a:cs typeface="Times New Roman" panose="02020603050405020304" pitchFamily="18" charset="0"/>
              </a:rPr>
              <a:t>Implement encrypted approximate nearest-neighbor matching (LSH + distance-preserving encryption) to find cross-company cargo compatibility in encrypted space.</a:t>
            </a:r>
          </a:p>
          <a:p>
            <a:pPr algn="just">
              <a:lnSpc>
                <a:spcPct val="170000"/>
              </a:lnSpc>
            </a:pPr>
            <a:r>
              <a:rPr lang="en-US" sz="2400" dirty="0">
                <a:latin typeface="Times New Roman" panose="02020603050405020304" pitchFamily="18" charset="0"/>
                <a:cs typeface="Times New Roman" panose="02020603050405020304" pitchFamily="18" charset="0"/>
              </a:rPr>
              <a:t>Build a hybrid Dynamic Programming + Greedy optimizer to compute the optimal multi-constraint container load plan from matched compatible cargo.</a:t>
            </a:r>
          </a:p>
          <a:p>
            <a:pPr algn="just">
              <a:lnSpc>
                <a:spcPct val="170000"/>
              </a:lnSpc>
            </a:pPr>
            <a:r>
              <a:rPr lang="en-US" sz="2400" dirty="0">
                <a:latin typeface="Times New Roman" panose="02020603050405020304" pitchFamily="18" charset="0"/>
                <a:cs typeface="Times New Roman" panose="02020603050405020304" pitchFamily="18" charset="0"/>
              </a:rPr>
              <a:t>Integrate a Retrieval-Augmented Generation (RAG) layer that retrieves relevant shipping regulations and generates a plain-English compliance explanation for each load plan.</a:t>
            </a:r>
          </a:p>
          <a:p>
            <a:pPr algn="just">
              <a:lnSpc>
                <a:spcPct val="170000"/>
              </a:lnSpc>
            </a:pPr>
            <a:r>
              <a:rPr lang="en-US" sz="2400" dirty="0">
                <a:latin typeface="Times New Roman" panose="02020603050405020304" pitchFamily="18" charset="0"/>
                <a:cs typeface="Times New Roman" panose="02020603050405020304" pitchFamily="18" charset="0"/>
              </a:rPr>
              <a:t>Ensure each participating company can decrypt and view only their own portion of the final load plan and explanation.</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3C6031B-FAF9-DE04-239D-51EFDCC0F8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603" y="148019"/>
            <a:ext cx="909638" cy="103482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7AEF6069-8148-7D19-F733-9455A75A0B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8453" y="53618"/>
            <a:ext cx="909637" cy="1129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6430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4A95C-BB19-4A05-DE02-B9898ED29C25}"/>
              </a:ext>
            </a:extLst>
          </p:cNvPr>
          <p:cNvSpPr>
            <a:spLocks noGrp="1"/>
          </p:cNvSpPr>
          <p:nvPr>
            <p:ph type="title"/>
          </p:nvPr>
        </p:nvSpPr>
        <p:spPr>
          <a:xfrm>
            <a:off x="3485637" y="53618"/>
            <a:ext cx="5309420" cy="1325563"/>
          </a:xfrm>
        </p:spPr>
        <p:txBody>
          <a:bodyPr>
            <a:normAutofit/>
          </a:bodyPr>
          <a:lstStyle/>
          <a:p>
            <a:r>
              <a:rPr lang="en-IN" sz="4000" b="1"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4FD5C622-9B21-B2C2-2C68-D640042A691C}"/>
              </a:ext>
            </a:extLst>
          </p:cNvPr>
          <p:cNvSpPr>
            <a:spLocks noGrp="1"/>
          </p:cNvSpPr>
          <p:nvPr>
            <p:ph idx="1"/>
          </p:nvPr>
        </p:nvSpPr>
        <p:spPr>
          <a:xfrm>
            <a:off x="786580" y="1789471"/>
            <a:ext cx="10515600" cy="4534976"/>
          </a:xfrm>
        </p:spPr>
        <p:txBody>
          <a:bodyPr>
            <a:normAutofit fontScale="70000" lnSpcReduction="20000"/>
          </a:bodyPr>
          <a:lstStyle/>
          <a:p>
            <a:pPr algn="just">
              <a:lnSpc>
                <a:spcPct val="170000"/>
              </a:lnSpc>
            </a:pPr>
            <a:r>
              <a:rPr lang="en-US" sz="2400" dirty="0" err="1">
                <a:latin typeface="Times New Roman" panose="02020603050405020304" pitchFamily="18" charset="0"/>
                <a:cs typeface="Times New Roman" panose="02020603050405020304" pitchFamily="18" charset="0"/>
              </a:rPr>
              <a:t>ConstraintVault</a:t>
            </a:r>
            <a:r>
              <a:rPr lang="en-US" sz="2400" dirty="0">
                <a:latin typeface="Times New Roman" panose="02020603050405020304" pitchFamily="18" charset="0"/>
                <a:cs typeface="Times New Roman" panose="02020603050405020304" pitchFamily="18" charset="0"/>
              </a:rPr>
              <a:t> is a privacy-preserving logistics platform where each company's cargo details are converted to feature vectors and encrypted client-side before ever reaching the server. </a:t>
            </a:r>
          </a:p>
          <a:p>
            <a:pPr algn="just">
              <a:lnSpc>
                <a:spcPct val="170000"/>
              </a:lnSpc>
            </a:pPr>
            <a:r>
              <a:rPr lang="en-US" sz="2400" dirty="0">
                <a:latin typeface="Times New Roman" panose="02020603050405020304" pitchFamily="18" charset="0"/>
                <a:cs typeface="Times New Roman" panose="02020603050405020304" pitchFamily="18" charset="0"/>
              </a:rPr>
              <a:t>The server performs LSH-based approximate matching entirely in encrypted space to cluster compatible cargo across companies, without decrypting any manifest. </a:t>
            </a:r>
          </a:p>
          <a:p>
            <a:pPr algn="just">
              <a:lnSpc>
                <a:spcPct val="170000"/>
              </a:lnSpc>
            </a:pPr>
            <a:r>
              <a:rPr lang="en-US" sz="2400" dirty="0">
                <a:latin typeface="Times New Roman" panose="02020603050405020304" pitchFamily="18" charset="0"/>
                <a:cs typeface="Times New Roman" panose="02020603050405020304" pitchFamily="18" charset="0"/>
              </a:rPr>
              <a:t>The matched cargo set is passed to a </a:t>
            </a:r>
            <a:r>
              <a:rPr lang="en-US" sz="2400" dirty="0" err="1">
                <a:latin typeface="Times New Roman" panose="02020603050405020304" pitchFamily="18" charset="0"/>
                <a:cs typeface="Times New Roman" panose="02020603050405020304" pitchFamily="18" charset="0"/>
              </a:rPr>
              <a:t>DP+Greedy</a:t>
            </a:r>
            <a:r>
              <a:rPr lang="en-US" sz="2400" dirty="0">
                <a:latin typeface="Times New Roman" panose="02020603050405020304" pitchFamily="18" charset="0"/>
                <a:cs typeface="Times New Roman" panose="02020603050405020304" pitchFamily="18" charset="0"/>
              </a:rPr>
              <a:t> multi-constraint knapsack optimizer that computes the optimal joint load plan under weight, volume, and hazard-separation constraints. </a:t>
            </a:r>
          </a:p>
          <a:p>
            <a:pPr algn="just">
              <a:lnSpc>
                <a:spcPct val="170000"/>
              </a:lnSpc>
            </a:pPr>
            <a:r>
              <a:rPr lang="en-US" sz="2400" dirty="0">
                <a:latin typeface="Times New Roman" panose="02020603050405020304" pitchFamily="18" charset="0"/>
                <a:cs typeface="Times New Roman" panose="02020603050405020304" pitchFamily="18" charset="0"/>
              </a:rPr>
              <a:t>A RAG layer then retrieves relevant regulation/SOP clauses (embedded using the Gemini API) via encrypted search and uses Gemini's generation model to produce a natural-language compliance explanation citing the retrieved rules. </a:t>
            </a:r>
          </a:p>
          <a:p>
            <a:pPr algn="just">
              <a:lnSpc>
                <a:spcPct val="170000"/>
              </a:lnSpc>
            </a:pPr>
            <a:r>
              <a:rPr lang="en-US" sz="2400" dirty="0">
                <a:latin typeface="Times New Roman" panose="02020603050405020304" pitchFamily="18" charset="0"/>
                <a:cs typeface="Times New Roman" panose="02020603050405020304" pitchFamily="18" charset="0"/>
              </a:rPr>
              <a:t>Each company decrypts and views only their own load plan segment and explanation.</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7032B7F-DE9E-A9D1-327B-CE09418B0E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603" y="148019"/>
            <a:ext cx="909638" cy="103482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5D7E6620-541A-E301-7252-F4A25041AA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8453" y="53618"/>
            <a:ext cx="909637" cy="1129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0130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28161-DF6D-DE36-0A68-EE5BB1C2BEE5}"/>
              </a:ext>
            </a:extLst>
          </p:cNvPr>
          <p:cNvSpPr>
            <a:spLocks noGrp="1"/>
          </p:cNvSpPr>
          <p:nvPr>
            <p:ph type="title"/>
          </p:nvPr>
        </p:nvSpPr>
        <p:spPr>
          <a:xfrm>
            <a:off x="3146322" y="18255"/>
            <a:ext cx="6263149" cy="1325563"/>
          </a:xfrm>
        </p:spPr>
        <p:txBody>
          <a:bodyPr>
            <a:normAutofit/>
          </a:bodyPr>
          <a:lstStyle/>
          <a:p>
            <a:r>
              <a:rPr lang="en-IN" sz="4000" b="1" dirty="0">
                <a:latin typeface="Times New Roman" panose="02020603050405020304" pitchFamily="18" charset="0"/>
                <a:cs typeface="Times New Roman" panose="02020603050405020304" pitchFamily="18" charset="0"/>
              </a:rPr>
              <a:t>Scope &amp; Requirements</a:t>
            </a:r>
          </a:p>
        </p:txBody>
      </p:sp>
      <p:sp>
        <p:nvSpPr>
          <p:cNvPr id="3" name="Content Placeholder 2">
            <a:extLst>
              <a:ext uri="{FF2B5EF4-FFF2-40B4-BE49-F238E27FC236}">
                <a16:creationId xmlns:a16="http://schemas.microsoft.com/office/drawing/2014/main" id="{A19FCC20-98A0-8600-34ED-142C4E516222}"/>
              </a:ext>
            </a:extLst>
          </p:cNvPr>
          <p:cNvSpPr>
            <a:spLocks noGrp="1"/>
          </p:cNvSpPr>
          <p:nvPr>
            <p:ph idx="1"/>
          </p:nvPr>
        </p:nvSpPr>
        <p:spPr>
          <a:xfrm>
            <a:off x="838200" y="1343818"/>
            <a:ext cx="10515600" cy="5174969"/>
          </a:xfrm>
        </p:spPr>
        <p:txBody>
          <a:bodyPr>
            <a:normAutofit/>
          </a:bodyPr>
          <a:lstStyle/>
          <a:p>
            <a:pPr marL="0" indent="0">
              <a:lnSpc>
                <a:spcPct val="160000"/>
              </a:lnSpc>
              <a:buNone/>
            </a:pPr>
            <a:r>
              <a:rPr lang="en-IN" sz="1400" b="1" dirty="0">
                <a:latin typeface="Times New Roman" panose="02020603050405020304" pitchFamily="18" charset="0"/>
                <a:cs typeface="Times New Roman" panose="02020603050405020304" pitchFamily="18" charset="0"/>
              </a:rPr>
              <a:t>Scope: </a:t>
            </a:r>
          </a:p>
          <a:p>
            <a:pPr marL="0" indent="0">
              <a:lnSpc>
                <a:spcPct val="160000"/>
              </a:lnSpc>
              <a:buNone/>
            </a:pPr>
            <a:r>
              <a:rPr lang="en-IN" sz="1400" dirty="0">
                <a:latin typeface="Times New Roman" panose="02020603050405020304" pitchFamily="18" charset="0"/>
                <a:cs typeface="Times New Roman" panose="02020603050405020304" pitchFamily="18" charset="0"/>
              </a:rPr>
              <a:t>Applicable to freight consolidation scenarios involving 2+ shipping companies sharing container space; covers cargo matching, load optimization, and compliance explanation generation; prototype scope limited to a defined regulation corpus (e.g., IMDG hazard classes, standard SOPs).</a:t>
            </a:r>
          </a:p>
          <a:p>
            <a:pPr marL="0" indent="0">
              <a:lnSpc>
                <a:spcPct val="160000"/>
              </a:lnSpc>
              <a:buNone/>
            </a:pPr>
            <a:r>
              <a:rPr lang="en-IN" sz="1400" b="1" dirty="0">
                <a:latin typeface="Times New Roman" panose="02020603050405020304" pitchFamily="18" charset="0"/>
                <a:cs typeface="Times New Roman" panose="02020603050405020304" pitchFamily="18" charset="0"/>
              </a:rPr>
              <a:t>Functional Requirements:</a:t>
            </a:r>
          </a:p>
          <a:p>
            <a:pPr marL="0" indent="0">
              <a:lnSpc>
                <a:spcPct val="160000"/>
              </a:lnSpc>
              <a:buNone/>
            </a:pPr>
            <a:r>
              <a:rPr lang="en-IN" sz="1400" dirty="0">
                <a:latin typeface="Times New Roman" panose="02020603050405020304" pitchFamily="18" charset="0"/>
                <a:cs typeface="Times New Roman" panose="02020603050405020304" pitchFamily="18" charset="0"/>
              </a:rPr>
              <a:t>Client-side cargo feature encoding and encryption </a:t>
            </a:r>
            <a:r>
              <a:rPr lang="en-IN" sz="1400" dirty="0" err="1">
                <a:latin typeface="Times New Roman" panose="02020603050405020304" pitchFamily="18" charset="0"/>
                <a:cs typeface="Times New Roman" panose="02020603050405020304" pitchFamily="18" charset="0"/>
              </a:rPr>
              <a:t>moduleServer</a:t>
            </a:r>
            <a:r>
              <a:rPr lang="en-IN" sz="1400" dirty="0">
                <a:latin typeface="Times New Roman" panose="02020603050405020304" pitchFamily="18" charset="0"/>
                <a:cs typeface="Times New Roman" panose="02020603050405020304" pitchFamily="18" charset="0"/>
              </a:rPr>
              <a:t>-side encrypted LSH compatibility </a:t>
            </a:r>
            <a:r>
              <a:rPr lang="en-IN" sz="1400" dirty="0" err="1">
                <a:latin typeface="Times New Roman" panose="02020603050405020304" pitchFamily="18" charset="0"/>
                <a:cs typeface="Times New Roman" panose="02020603050405020304" pitchFamily="18" charset="0"/>
              </a:rPr>
              <a:t>searchDP+Greedy</a:t>
            </a:r>
            <a:r>
              <a:rPr lang="en-IN" sz="1400" dirty="0">
                <a:latin typeface="Times New Roman" panose="02020603050405020304" pitchFamily="18" charset="0"/>
                <a:cs typeface="Times New Roman" panose="02020603050405020304" pitchFamily="18" charset="0"/>
              </a:rPr>
              <a:t> load optimization </a:t>
            </a:r>
            <a:r>
              <a:rPr lang="en-IN" sz="1400" dirty="0" err="1">
                <a:latin typeface="Times New Roman" panose="02020603050405020304" pitchFamily="18" charset="0"/>
                <a:cs typeface="Times New Roman" panose="02020603050405020304" pitchFamily="18" charset="0"/>
              </a:rPr>
              <a:t>engineRegulation</a:t>
            </a:r>
            <a:r>
              <a:rPr lang="en-IN" sz="1400" dirty="0">
                <a:latin typeface="Times New Roman" panose="02020603050405020304" pitchFamily="18" charset="0"/>
                <a:cs typeface="Times New Roman" panose="02020603050405020304" pitchFamily="18" charset="0"/>
              </a:rPr>
              <a:t> embedding + encrypted retrieval + Gemini-based explanation </a:t>
            </a:r>
            <a:r>
              <a:rPr lang="en-IN" sz="1400" dirty="0" err="1">
                <a:latin typeface="Times New Roman" panose="02020603050405020304" pitchFamily="18" charset="0"/>
                <a:cs typeface="Times New Roman" panose="02020603050405020304" pitchFamily="18" charset="0"/>
              </a:rPr>
              <a:t>generationCompany</a:t>
            </a:r>
            <a:r>
              <a:rPr lang="en-IN" sz="1400" dirty="0">
                <a:latin typeface="Times New Roman" panose="02020603050405020304" pitchFamily="18" charset="0"/>
                <a:cs typeface="Times New Roman" panose="02020603050405020304" pitchFamily="18" charset="0"/>
              </a:rPr>
              <a:t>-scoped decryption and dashboard views</a:t>
            </a:r>
          </a:p>
          <a:p>
            <a:pPr marL="0" indent="0">
              <a:lnSpc>
                <a:spcPct val="160000"/>
              </a:lnSpc>
              <a:buNone/>
            </a:pPr>
            <a:r>
              <a:rPr lang="en-IN" sz="1400" b="1" dirty="0">
                <a:latin typeface="Times New Roman" panose="02020603050405020304" pitchFamily="18" charset="0"/>
                <a:cs typeface="Times New Roman" panose="02020603050405020304" pitchFamily="18" charset="0"/>
              </a:rPr>
              <a:t>Non-Functional Requirements:</a:t>
            </a:r>
          </a:p>
          <a:p>
            <a:pPr marL="0" indent="0">
              <a:lnSpc>
                <a:spcPct val="160000"/>
              </a:lnSpc>
              <a:buNone/>
            </a:pPr>
            <a:r>
              <a:rPr lang="en-IN" sz="1400" dirty="0">
                <a:latin typeface="Times New Roman" panose="02020603050405020304" pitchFamily="18" charset="0"/>
                <a:cs typeface="Times New Roman" panose="02020603050405020304" pitchFamily="18" charset="0"/>
              </a:rPr>
              <a:t>No plaintext cargo data ever stored or processed server-</a:t>
            </a:r>
            <a:r>
              <a:rPr lang="en-IN" sz="1400" dirty="0" err="1">
                <a:latin typeface="Times New Roman" panose="02020603050405020304" pitchFamily="18" charset="0"/>
                <a:cs typeface="Times New Roman" panose="02020603050405020304" pitchFamily="18" charset="0"/>
              </a:rPr>
              <a:t>sideLoad</a:t>
            </a:r>
            <a:r>
              <a:rPr lang="en-IN" sz="1400" dirty="0">
                <a:latin typeface="Times New Roman" panose="02020603050405020304" pitchFamily="18" charset="0"/>
                <a:cs typeface="Times New Roman" panose="02020603050405020304" pitchFamily="18" charset="0"/>
              </a:rPr>
              <a:t> plan computation within interactive time </a:t>
            </a:r>
            <a:r>
              <a:rPr lang="en-IN" sz="1400" dirty="0" err="1">
                <a:latin typeface="Times New Roman" panose="02020603050405020304" pitchFamily="18" charset="0"/>
                <a:cs typeface="Times New Roman" panose="02020603050405020304" pitchFamily="18" charset="0"/>
              </a:rPr>
              <a:t>boundsExplanation</a:t>
            </a:r>
            <a:r>
              <a:rPr lang="en-IN" sz="1400" dirty="0">
                <a:latin typeface="Times New Roman" panose="02020603050405020304" pitchFamily="18" charset="0"/>
                <a:cs typeface="Times New Roman" panose="02020603050405020304" pitchFamily="18" charset="0"/>
              </a:rPr>
              <a:t> generation grounded only in retrieved regulation context (no unsupported claims)Multi-tenant data isolation across companies</a:t>
            </a:r>
          </a:p>
          <a:p>
            <a:pPr marL="0" indent="0">
              <a:lnSpc>
                <a:spcPct val="160000"/>
              </a:lnSpc>
              <a:buNone/>
            </a:pPr>
            <a:r>
              <a:rPr lang="en-IN" sz="1400" b="1" dirty="0">
                <a:latin typeface="Times New Roman" panose="02020603050405020304" pitchFamily="18" charset="0"/>
                <a:cs typeface="Times New Roman" panose="02020603050405020304" pitchFamily="18" charset="0"/>
              </a:rPr>
              <a:t>Hardware/Software Requirements: </a:t>
            </a:r>
          </a:p>
          <a:p>
            <a:pPr marL="0" indent="0">
              <a:lnSpc>
                <a:spcPct val="160000"/>
              </a:lnSpc>
              <a:buNone/>
            </a:pPr>
            <a:r>
              <a:rPr lang="en-IN" sz="1400" dirty="0">
                <a:latin typeface="Times New Roman" panose="02020603050405020304" pitchFamily="18" charset="0"/>
                <a:cs typeface="Times New Roman" panose="02020603050405020304" pitchFamily="18" charset="0"/>
              </a:rPr>
              <a:t>Python 3.x, </a:t>
            </a:r>
            <a:r>
              <a:rPr lang="en-IN" sz="1400" dirty="0" err="1">
                <a:latin typeface="Times New Roman" panose="02020603050405020304" pitchFamily="18" charset="0"/>
                <a:cs typeface="Times New Roman" panose="02020603050405020304" pitchFamily="18" charset="0"/>
              </a:rPr>
              <a:t>FastAPI</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NeonDB</a:t>
            </a:r>
            <a:r>
              <a:rPr lang="en-IN" sz="1400" dirty="0">
                <a:latin typeface="Times New Roman" panose="02020603050405020304" pitchFamily="18" charset="0"/>
                <a:cs typeface="Times New Roman" panose="02020603050405020304" pitchFamily="18" charset="0"/>
              </a:rPr>
              <a:t> (Postgres + </a:t>
            </a:r>
            <a:r>
              <a:rPr lang="en-IN" sz="1400" dirty="0" err="1">
                <a:latin typeface="Times New Roman" panose="02020603050405020304" pitchFamily="18" charset="0"/>
                <a:cs typeface="Times New Roman" panose="02020603050405020304" pitchFamily="18" charset="0"/>
              </a:rPr>
              <a:t>pgvector</a:t>
            </a:r>
            <a:r>
              <a:rPr lang="en-IN" sz="1400" dirty="0">
                <a:latin typeface="Times New Roman" panose="02020603050405020304" pitchFamily="18" charset="0"/>
                <a:cs typeface="Times New Roman" panose="02020603050405020304" pitchFamily="18" charset="0"/>
              </a:rPr>
              <a:t>), Gemini API access, React/Vite frontend, standard cloud/college server for deployment.</a:t>
            </a:r>
          </a:p>
        </p:txBody>
      </p:sp>
      <p:pic>
        <p:nvPicPr>
          <p:cNvPr id="5" name="Picture 4">
            <a:extLst>
              <a:ext uri="{FF2B5EF4-FFF2-40B4-BE49-F238E27FC236}">
                <a16:creationId xmlns:a16="http://schemas.microsoft.com/office/drawing/2014/main" id="{E32F9FFB-4DAB-E333-E16E-5C4708966F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603" y="148019"/>
            <a:ext cx="909638" cy="103482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EB79B3D0-7351-9735-6CA0-3CC984E5E5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8453" y="53618"/>
            <a:ext cx="909637" cy="1129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6280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723B-1E50-DCF1-8605-91EC703099A4}"/>
              </a:ext>
            </a:extLst>
          </p:cNvPr>
          <p:cNvSpPr>
            <a:spLocks noGrp="1"/>
          </p:cNvSpPr>
          <p:nvPr>
            <p:ph type="title"/>
          </p:nvPr>
        </p:nvSpPr>
        <p:spPr>
          <a:xfrm>
            <a:off x="4031225" y="148019"/>
            <a:ext cx="3736259" cy="1325563"/>
          </a:xfrm>
        </p:spPr>
        <p:txBody>
          <a:bodyPr>
            <a:normAutofit/>
          </a:bodyPr>
          <a:lstStyle/>
          <a:p>
            <a:r>
              <a:rPr lang="en-IN" sz="4000" b="1"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186AE59B-B3F1-0205-57D9-761552143D25}"/>
              </a:ext>
            </a:extLst>
          </p:cNvPr>
          <p:cNvSpPr>
            <a:spLocks noGrp="1"/>
          </p:cNvSpPr>
          <p:nvPr>
            <p:ph idx="1"/>
          </p:nvPr>
        </p:nvSpPr>
        <p:spPr>
          <a:xfrm>
            <a:off x="838200" y="1473582"/>
            <a:ext cx="10515600" cy="4884356"/>
          </a:xfrm>
        </p:spPr>
        <p:txBody>
          <a:bodyPr>
            <a:normAutofit fontScale="92500" lnSpcReduction="20000"/>
          </a:bodyPr>
          <a:lstStyle/>
          <a:p>
            <a:pPr>
              <a:lnSpc>
                <a:spcPct val="170000"/>
              </a:lnSpc>
            </a:pPr>
            <a:r>
              <a:rPr lang="en-US" sz="1600" dirty="0">
                <a:latin typeface="Times New Roman" panose="02020603050405020304" pitchFamily="18" charset="0"/>
                <a:cs typeface="Times New Roman" panose="02020603050405020304" pitchFamily="18" charset="0"/>
              </a:rPr>
              <a:t>Each company inputs cargo details (weight, volume, hazard class, fragility, destination, priority); these are converted into numeric feature vectors client-</a:t>
            </a:r>
            <a:r>
              <a:rPr lang="en-US" sz="1600" dirty="0" err="1">
                <a:latin typeface="Times New Roman" panose="02020603050405020304" pitchFamily="18" charset="0"/>
                <a:cs typeface="Times New Roman" panose="02020603050405020304" pitchFamily="18" charset="0"/>
              </a:rPr>
              <a:t>side.Feature</a:t>
            </a:r>
            <a:r>
              <a:rPr lang="en-US" sz="1600" dirty="0">
                <a:latin typeface="Times New Roman" panose="02020603050405020304" pitchFamily="18" charset="0"/>
                <a:cs typeface="Times New Roman" panose="02020603050405020304" pitchFamily="18" charset="0"/>
              </a:rPr>
              <a:t> vectors are LSH-bucketed and encrypted (ASPE) before transmission.</a:t>
            </a:r>
          </a:p>
          <a:p>
            <a:pPr>
              <a:lnSpc>
                <a:spcPct val="170000"/>
              </a:lnSpc>
            </a:pPr>
            <a:r>
              <a:rPr lang="en-US" sz="1600" dirty="0">
                <a:latin typeface="Times New Roman" panose="02020603050405020304" pitchFamily="18" charset="0"/>
                <a:cs typeface="Times New Roman" panose="02020603050405020304" pitchFamily="18" charset="0"/>
              </a:rPr>
              <a:t>Server performs encrypted approximate nearest-neighbor matching across companies' encrypted vectors to identify compatible cargo clusters, without decryption.</a:t>
            </a:r>
          </a:p>
          <a:p>
            <a:pPr>
              <a:lnSpc>
                <a:spcPct val="170000"/>
              </a:lnSpc>
            </a:pPr>
            <a:r>
              <a:rPr lang="en-US" sz="1600" dirty="0">
                <a:latin typeface="Times New Roman" panose="02020603050405020304" pitchFamily="18" charset="0"/>
                <a:cs typeface="Times New Roman" panose="02020603050405020304" pitchFamily="18" charset="0"/>
              </a:rPr>
              <a:t>Matched compatible cargo is passed to the </a:t>
            </a:r>
            <a:r>
              <a:rPr lang="en-US" sz="1600" dirty="0" err="1">
                <a:latin typeface="Times New Roman" panose="02020603050405020304" pitchFamily="18" charset="0"/>
                <a:cs typeface="Times New Roman" panose="02020603050405020304" pitchFamily="18" charset="0"/>
              </a:rPr>
              <a:t>DP+Greedy</a:t>
            </a:r>
            <a:r>
              <a:rPr lang="en-US" sz="1600" dirty="0">
                <a:latin typeface="Times New Roman" panose="02020603050405020304" pitchFamily="18" charset="0"/>
                <a:cs typeface="Times New Roman" panose="02020603050405020304" pitchFamily="18" charset="0"/>
              </a:rPr>
              <a:t> knapsack optimizer, which computes the space/weight-optimal joint load plan under hard constraints (hazard separation, capacity limits).</a:t>
            </a:r>
          </a:p>
          <a:p>
            <a:pPr>
              <a:lnSpc>
                <a:spcPct val="170000"/>
              </a:lnSpc>
            </a:pPr>
            <a:r>
              <a:rPr lang="en-US" sz="1600" dirty="0">
                <a:latin typeface="Times New Roman" panose="02020603050405020304" pitchFamily="18" charset="0"/>
                <a:cs typeface="Times New Roman" panose="02020603050405020304" pitchFamily="18" charset="0"/>
              </a:rPr>
              <a:t>The finalized load plan is used as a query context; relevant regulation/SOP documents (pre-embedded via Gemini embedding API) are retrieved through encrypted LSH </a:t>
            </a:r>
            <a:r>
              <a:rPr lang="en-US" sz="1600" dirty="0" err="1">
                <a:latin typeface="Times New Roman" panose="02020603050405020304" pitchFamily="18" charset="0"/>
                <a:cs typeface="Times New Roman" panose="02020603050405020304" pitchFamily="18" charset="0"/>
              </a:rPr>
              <a:t>search.Retrieved</a:t>
            </a:r>
            <a:r>
              <a:rPr lang="en-US" sz="1600" dirty="0">
                <a:latin typeface="Times New Roman" panose="02020603050405020304" pitchFamily="18" charset="0"/>
                <a:cs typeface="Times New Roman" panose="02020603050405020304" pitchFamily="18" charset="0"/>
              </a:rPr>
              <a:t> regulation clauses + load plan data are passed to the Gemini generation model to produce a plain-English compliance explanation with cited sources.</a:t>
            </a:r>
          </a:p>
          <a:p>
            <a:pPr>
              <a:lnSpc>
                <a:spcPct val="170000"/>
              </a:lnSpc>
            </a:pPr>
            <a:r>
              <a:rPr lang="en-US" sz="1600" dirty="0">
                <a:latin typeface="Times New Roman" panose="02020603050405020304" pitchFamily="18" charset="0"/>
                <a:cs typeface="Times New Roman" panose="02020603050405020304" pitchFamily="18" charset="0"/>
              </a:rPr>
              <a:t>Each company decrypts and receives only their own portion of the load plan and its explanation via their client-side </a:t>
            </a:r>
            <a:r>
              <a:rPr lang="en-US" sz="1600" dirty="0" err="1">
                <a:latin typeface="Times New Roman" panose="02020603050405020304" pitchFamily="18" charset="0"/>
                <a:cs typeface="Times New Roman" panose="02020603050405020304" pitchFamily="18" charset="0"/>
              </a:rPr>
              <a:t>module.System</a:t>
            </a:r>
            <a:r>
              <a:rPr lang="en-US" sz="1600" dirty="0">
                <a:latin typeface="Times New Roman" panose="02020603050405020304" pitchFamily="18" charset="0"/>
                <a:cs typeface="Times New Roman" panose="02020603050405020304" pitchFamily="18" charset="0"/>
              </a:rPr>
              <a:t> is evaluated on: match/retrieval recall, optimizer utilization %, and explanation </a:t>
            </a:r>
            <a:r>
              <a:rPr lang="en-US" sz="1600" dirty="0" err="1">
                <a:latin typeface="Times New Roman" panose="02020603050405020304" pitchFamily="18" charset="0"/>
                <a:cs typeface="Times New Roman" panose="02020603050405020304" pitchFamily="18" charset="0"/>
              </a:rPr>
              <a:t>groundedness</a:t>
            </a:r>
            <a:r>
              <a:rPr lang="en-US" sz="1600" dirty="0">
                <a:latin typeface="Times New Roman" panose="02020603050405020304" pitchFamily="18" charset="0"/>
                <a:cs typeface="Times New Roman" panose="02020603050405020304" pitchFamily="18" charset="0"/>
              </a:rPr>
              <a:t> (whether generated text matches retrieved sources).</a:t>
            </a:r>
            <a:endParaRPr lang="en-IN"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01B121B-5FAF-D5FE-7022-E7C056FFE9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603" y="148019"/>
            <a:ext cx="909638" cy="103482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F34A5C86-513B-489F-7AC0-4BC1A01043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8453" y="53618"/>
            <a:ext cx="909637" cy="1129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4603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A4691-711E-D29F-6C6F-FEDC10991009}"/>
              </a:ext>
            </a:extLst>
          </p:cNvPr>
          <p:cNvSpPr>
            <a:spLocks noGrp="1"/>
          </p:cNvSpPr>
          <p:nvPr>
            <p:ph type="title"/>
          </p:nvPr>
        </p:nvSpPr>
        <p:spPr>
          <a:xfrm>
            <a:off x="3473526" y="-299671"/>
            <a:ext cx="7098890" cy="1325563"/>
          </a:xfrm>
        </p:spPr>
        <p:txBody>
          <a:bodyPr>
            <a:normAutofit/>
          </a:bodyPr>
          <a:lstStyle/>
          <a:p>
            <a:r>
              <a:rPr lang="en-IN" sz="4000" b="1" dirty="0">
                <a:latin typeface="Times New Roman" panose="02020603050405020304" pitchFamily="18" charset="0"/>
                <a:cs typeface="Times New Roman" panose="02020603050405020304" pitchFamily="18" charset="0"/>
              </a:rPr>
              <a:t>System Architecture</a:t>
            </a:r>
          </a:p>
        </p:txBody>
      </p:sp>
      <p:pic>
        <p:nvPicPr>
          <p:cNvPr id="9" name="Content Placeholder 8">
            <a:extLst>
              <a:ext uri="{FF2B5EF4-FFF2-40B4-BE49-F238E27FC236}">
                <a16:creationId xmlns:a16="http://schemas.microsoft.com/office/drawing/2014/main" id="{8AECA817-FE7F-4A69-8583-B2192597C4BE}"/>
              </a:ext>
            </a:extLst>
          </p:cNvPr>
          <p:cNvPicPr>
            <a:picLocks noGrp="1" noChangeAspect="1"/>
          </p:cNvPicPr>
          <p:nvPr>
            <p:ph idx="1"/>
          </p:nvPr>
        </p:nvPicPr>
        <p:blipFill>
          <a:blip r:embed="rId2"/>
          <a:srcRect t="9398" b="14098"/>
          <a:stretch>
            <a:fillRect/>
          </a:stretch>
        </p:blipFill>
        <p:spPr>
          <a:xfrm>
            <a:off x="1494503" y="648182"/>
            <a:ext cx="9202993" cy="6209818"/>
          </a:xfrm>
          <a:prstGeom prst="rect">
            <a:avLst/>
          </a:prstGeom>
        </p:spPr>
      </p:pic>
      <p:pic>
        <p:nvPicPr>
          <p:cNvPr id="5" name="Picture 4">
            <a:extLst>
              <a:ext uri="{FF2B5EF4-FFF2-40B4-BE49-F238E27FC236}">
                <a16:creationId xmlns:a16="http://schemas.microsoft.com/office/drawing/2014/main" id="{146A9645-7D6E-6AE1-5F05-7648D483D6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603" y="148019"/>
            <a:ext cx="909638" cy="103482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8DE810CD-4FE3-B883-A613-AA194651A2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98453" y="53618"/>
            <a:ext cx="909637" cy="1129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1794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0522C-BB9F-B5ED-99DA-7A733C1A2F0A}"/>
              </a:ext>
            </a:extLst>
          </p:cNvPr>
          <p:cNvSpPr>
            <a:spLocks noGrp="1"/>
          </p:cNvSpPr>
          <p:nvPr>
            <p:ph type="title"/>
          </p:nvPr>
        </p:nvSpPr>
        <p:spPr>
          <a:xfrm>
            <a:off x="1450258" y="170425"/>
            <a:ext cx="9291484" cy="1325563"/>
          </a:xfrm>
        </p:spPr>
        <p:txBody>
          <a:bodyPr>
            <a:normAutofit/>
          </a:bodyPr>
          <a:lstStyle/>
          <a:p>
            <a:r>
              <a:rPr lang="en-US" sz="2400" b="1" dirty="0">
                <a:latin typeface="Times New Roman" panose="02020603050405020304" pitchFamily="18" charset="0"/>
                <a:cs typeface="Times New Roman" panose="02020603050405020304" pitchFamily="18" charset="0"/>
              </a:rPr>
              <a:t>Module 1: Cargo Feature Embedding, LSH Bucketing &amp; Encryption</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C127610-276A-C77B-F91D-C205C140B8EE}"/>
              </a:ext>
            </a:extLst>
          </p:cNvPr>
          <p:cNvSpPr>
            <a:spLocks noGrp="1"/>
          </p:cNvSpPr>
          <p:nvPr>
            <p:ph idx="1"/>
          </p:nvPr>
        </p:nvSpPr>
        <p:spPr>
          <a:xfrm>
            <a:off x="766917" y="1809135"/>
            <a:ext cx="4109884" cy="4053195"/>
          </a:xfrm>
        </p:spPr>
        <p:txBody>
          <a:bodyPr>
            <a:normAutofit fontScale="70000" lnSpcReduction="20000"/>
          </a:bodyPr>
          <a:lstStyle/>
          <a:p>
            <a:pPr marL="0" indent="0" algn="just">
              <a:lnSpc>
                <a:spcPct val="160000"/>
              </a:lnSpc>
              <a:buNone/>
            </a:pPr>
            <a:r>
              <a:rPr lang="en-US" sz="2400" dirty="0">
                <a:latin typeface="Times New Roman" panose="02020603050405020304" pitchFamily="18" charset="0"/>
                <a:cs typeface="Times New Roman" panose="02020603050405020304" pitchFamily="18" charset="0"/>
              </a:rPr>
              <a:t>Converts each company's raw cargo details (weight, volume, hazard class, fragility, destination, priority) into structured numeric feature vectors, applies Locality-Sensitive Hashing to bucket potentially compatible cargo, and encrypts the vectors client-side using an ASPE-based distance-preserving encryption scheme — ensuring no raw manifest data ever leaves the company's device unprotected.</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7513FC5-40FA-44C7-394D-9A825BB057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603" y="148019"/>
            <a:ext cx="909638" cy="103482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F0FD785F-529F-90A4-34F3-D481DCD47B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8453" y="53618"/>
            <a:ext cx="909637" cy="1129224"/>
          </a:xfrm>
          <a:prstGeom prst="rect">
            <a:avLst/>
          </a:prstGeom>
          <a:noFill/>
          <a:extLst>
            <a:ext uri="{909E8E84-426E-40DD-AFC4-6F175D3DCCD1}">
              <a14:hiddenFill xmlns:a14="http://schemas.microsoft.com/office/drawing/2010/main">
                <a:solidFill>
                  <a:srgbClr val="FFFFFF"/>
                </a:solidFill>
              </a14:hiddenFill>
            </a:ext>
          </a:extLst>
        </p:spPr>
      </p:pic>
      <p:pic>
        <p:nvPicPr>
          <p:cNvPr id="4" name="Content Placeholder 8">
            <a:extLst>
              <a:ext uri="{FF2B5EF4-FFF2-40B4-BE49-F238E27FC236}">
                <a16:creationId xmlns:a16="http://schemas.microsoft.com/office/drawing/2014/main" id="{99EE1EFF-0DBF-11E0-90C8-270931C2AEEC}"/>
              </a:ext>
            </a:extLst>
          </p:cNvPr>
          <p:cNvPicPr>
            <a:picLocks noChangeAspect="1"/>
          </p:cNvPicPr>
          <p:nvPr/>
        </p:nvPicPr>
        <p:blipFill>
          <a:blip r:embed="rId4"/>
          <a:stretch>
            <a:fillRect/>
          </a:stretch>
        </p:blipFill>
        <p:spPr>
          <a:xfrm>
            <a:off x="4965291" y="1809135"/>
            <a:ext cx="7138220" cy="4351338"/>
          </a:xfrm>
          <a:prstGeom prst="rect">
            <a:avLst/>
          </a:prstGeom>
        </p:spPr>
      </p:pic>
    </p:spTree>
    <p:extLst>
      <p:ext uri="{BB962C8B-B14F-4D97-AF65-F5344CB8AC3E}">
        <p14:creationId xmlns:p14="http://schemas.microsoft.com/office/powerpoint/2010/main" val="3981903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2DF5A-B5F7-8A56-D512-4FE76DE9A5DF}"/>
              </a:ext>
            </a:extLst>
          </p:cNvPr>
          <p:cNvSpPr>
            <a:spLocks noGrp="1"/>
          </p:cNvSpPr>
          <p:nvPr>
            <p:ph type="title"/>
          </p:nvPr>
        </p:nvSpPr>
        <p:spPr>
          <a:xfrm>
            <a:off x="1386349" y="178670"/>
            <a:ext cx="8996516" cy="1325563"/>
          </a:xfrm>
        </p:spPr>
        <p:txBody>
          <a:bodyPr>
            <a:normAutofit/>
          </a:bodyPr>
          <a:lstStyle/>
          <a:p>
            <a:r>
              <a:rPr lang="en-IN" sz="3600" b="1" dirty="0">
                <a:latin typeface="Times New Roman" panose="02020603050405020304" pitchFamily="18" charset="0"/>
                <a:cs typeface="Times New Roman" panose="02020603050405020304" pitchFamily="18" charset="0"/>
              </a:rPr>
              <a:t>OUTPUT</a:t>
            </a:r>
          </a:p>
        </p:txBody>
      </p:sp>
      <p:pic>
        <p:nvPicPr>
          <p:cNvPr id="5" name="Picture 4">
            <a:extLst>
              <a:ext uri="{FF2B5EF4-FFF2-40B4-BE49-F238E27FC236}">
                <a16:creationId xmlns:a16="http://schemas.microsoft.com/office/drawing/2014/main" id="{DD76A7AF-46B7-102E-7076-D366C6D71F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603" y="148019"/>
            <a:ext cx="909638" cy="103482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92537A53-1E01-8FBC-B7AB-0C044F0BA9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8453" y="53618"/>
            <a:ext cx="909637" cy="112922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1E1DF92F-5C8B-7005-2A1A-36292954BF2A}"/>
              </a:ext>
            </a:extLst>
          </p:cNvPr>
          <p:cNvPicPr>
            <a:picLocks noChangeAspect="1"/>
          </p:cNvPicPr>
          <p:nvPr/>
        </p:nvPicPr>
        <p:blipFill>
          <a:blip r:embed="rId4"/>
          <a:stretch>
            <a:fillRect/>
          </a:stretch>
        </p:blipFill>
        <p:spPr>
          <a:xfrm>
            <a:off x="1037671" y="1666501"/>
            <a:ext cx="10515600" cy="4630256"/>
          </a:xfrm>
          <a:prstGeom prst="rect">
            <a:avLst/>
          </a:prstGeom>
        </p:spPr>
      </p:pic>
    </p:spTree>
    <p:extLst>
      <p:ext uri="{BB962C8B-B14F-4D97-AF65-F5344CB8AC3E}">
        <p14:creationId xmlns:p14="http://schemas.microsoft.com/office/powerpoint/2010/main" val="1870859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E042B1-577C-5F57-9256-3406238B8195}"/>
              </a:ext>
            </a:extLst>
          </p:cNvPr>
          <p:cNvSpPr>
            <a:spLocks noGrp="1"/>
          </p:cNvSpPr>
          <p:nvPr>
            <p:ph idx="1"/>
          </p:nvPr>
        </p:nvSpPr>
        <p:spPr>
          <a:xfrm>
            <a:off x="680630" y="2091813"/>
            <a:ext cx="4058518" cy="2674374"/>
          </a:xfrm>
        </p:spPr>
        <p:txBody>
          <a:bodyPr>
            <a:normAutofit/>
          </a:bodyPr>
          <a:lstStyle/>
          <a:p>
            <a:pPr marL="0" indent="0" algn="just">
              <a:lnSpc>
                <a:spcPct val="160000"/>
              </a:lnSpc>
              <a:buNone/>
            </a:pPr>
            <a:r>
              <a:rPr lang="en-US" sz="1600" dirty="0">
                <a:latin typeface="Times New Roman" panose="02020603050405020304" pitchFamily="18" charset="0"/>
                <a:cs typeface="Times New Roman" panose="02020603050405020304" pitchFamily="18" charset="0"/>
              </a:rPr>
              <a:t>Performs approximate nearest-neighbor matching entirely on encrypted, bucketed vectors across multiple companies' data, identifying compatible cargo clusters for consolidation without ever decrypting any party's manifest on the server.</a:t>
            </a:r>
            <a:endParaRPr lang="en-IN"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21F2A98-8B4B-4ECF-34C3-8F7BB23E51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603" y="148019"/>
            <a:ext cx="909638" cy="103482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339DF58F-AB74-14DE-6E68-941B14D1DF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8453" y="53618"/>
            <a:ext cx="909637" cy="112922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028050B-DA0E-2D16-7A5D-34EBC587CDCE}"/>
              </a:ext>
            </a:extLst>
          </p:cNvPr>
          <p:cNvSpPr txBox="1"/>
          <p:nvPr/>
        </p:nvSpPr>
        <p:spPr>
          <a:xfrm>
            <a:off x="1809135" y="480765"/>
            <a:ext cx="7728155"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Module 2: Encrypted Cross-Company Compatibility Search</a:t>
            </a:r>
            <a:endParaRPr lang="en-IN" sz="20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FE220C8-BF0F-A3AA-9E09-329AE668386C}"/>
              </a:ext>
            </a:extLst>
          </p:cNvPr>
          <p:cNvPicPr>
            <a:picLocks noChangeAspect="1"/>
          </p:cNvPicPr>
          <p:nvPr/>
        </p:nvPicPr>
        <p:blipFill>
          <a:blip r:embed="rId4"/>
          <a:stretch>
            <a:fillRect/>
          </a:stretch>
        </p:blipFill>
        <p:spPr>
          <a:xfrm>
            <a:off x="5044315" y="1674343"/>
            <a:ext cx="6508956" cy="4702892"/>
          </a:xfrm>
          <a:prstGeom prst="rect">
            <a:avLst/>
          </a:prstGeom>
        </p:spPr>
      </p:pic>
    </p:spTree>
    <p:extLst>
      <p:ext uri="{BB962C8B-B14F-4D97-AF65-F5344CB8AC3E}">
        <p14:creationId xmlns:p14="http://schemas.microsoft.com/office/powerpoint/2010/main" val="2578353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48DC7-B064-2572-9E7C-73F886775B7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BE5119-567F-3EC7-857C-EE7348D0E697}"/>
              </a:ext>
            </a:extLst>
          </p:cNvPr>
          <p:cNvSpPr>
            <a:spLocks noGrp="1"/>
          </p:cNvSpPr>
          <p:nvPr>
            <p:ph idx="1"/>
          </p:nvPr>
        </p:nvSpPr>
        <p:spPr>
          <a:xfrm>
            <a:off x="680630" y="1612490"/>
            <a:ext cx="3822544" cy="4080387"/>
          </a:xfrm>
        </p:spPr>
        <p:txBody>
          <a:bodyPr>
            <a:normAutofit/>
          </a:bodyPr>
          <a:lstStyle/>
          <a:p>
            <a:pPr marL="0" indent="0" algn="just">
              <a:lnSpc>
                <a:spcPct val="160000"/>
              </a:lnSpc>
              <a:buNone/>
            </a:pPr>
            <a:r>
              <a:rPr lang="en-US" sz="1600" dirty="0">
                <a:latin typeface="Times New Roman" panose="02020603050405020304" pitchFamily="18" charset="0"/>
                <a:cs typeface="Times New Roman" panose="02020603050405020304" pitchFamily="18" charset="0"/>
              </a:rPr>
              <a:t>Takes the matched compatible cargo clusters and computes the optimal joint container load plan using a hybrid Dynamic Programming + Greedy algorithm, maximizing space/weight utilization while satisfying hard constraints such as hazard separation, weight limits, and volume caps.</a:t>
            </a:r>
            <a:endParaRPr lang="en-IN"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52AB385-D8E0-21BA-F085-1E546299D9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603" y="148019"/>
            <a:ext cx="909638" cy="103482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05E754B4-E562-3268-F941-EB29CCBD74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8453" y="53618"/>
            <a:ext cx="909637" cy="112922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BF5C2DB-69A1-803D-8FCE-71DB2CA3C731}"/>
              </a:ext>
            </a:extLst>
          </p:cNvPr>
          <p:cNvSpPr txBox="1"/>
          <p:nvPr/>
        </p:nvSpPr>
        <p:spPr>
          <a:xfrm>
            <a:off x="1809135" y="480765"/>
            <a:ext cx="7728155"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Module 3: DP + Greedy Multi-Constraint Load Optimizer</a:t>
            </a:r>
            <a:endParaRPr lang="en-IN" sz="20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D5B1C356-E714-344E-377B-F0D71C98D531}"/>
              </a:ext>
            </a:extLst>
          </p:cNvPr>
          <p:cNvPicPr>
            <a:picLocks noChangeAspect="1"/>
          </p:cNvPicPr>
          <p:nvPr/>
        </p:nvPicPr>
        <p:blipFill>
          <a:blip r:embed="rId4"/>
          <a:stretch>
            <a:fillRect/>
          </a:stretch>
        </p:blipFill>
        <p:spPr>
          <a:xfrm>
            <a:off x="4630994" y="1449799"/>
            <a:ext cx="7452851" cy="4927436"/>
          </a:xfrm>
          <a:prstGeom prst="rect">
            <a:avLst/>
          </a:prstGeom>
        </p:spPr>
      </p:pic>
    </p:spTree>
    <p:extLst>
      <p:ext uri="{BB962C8B-B14F-4D97-AF65-F5344CB8AC3E}">
        <p14:creationId xmlns:p14="http://schemas.microsoft.com/office/powerpoint/2010/main" val="994623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56470-896C-3CE3-370C-5E7653A4424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882B18E-6411-33A6-DA3B-A810BF8513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603" y="148019"/>
            <a:ext cx="909638" cy="103482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3DDDF7A8-2830-1101-7E99-2262337983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8453" y="53618"/>
            <a:ext cx="909637" cy="112922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0CFC8C1F-217D-C654-AF66-E16A426783C7}"/>
              </a:ext>
            </a:extLst>
          </p:cNvPr>
          <p:cNvPicPr>
            <a:picLocks noChangeAspect="1"/>
          </p:cNvPicPr>
          <p:nvPr/>
        </p:nvPicPr>
        <p:blipFill>
          <a:blip r:embed="rId4"/>
          <a:stretch>
            <a:fillRect/>
          </a:stretch>
        </p:blipFill>
        <p:spPr>
          <a:xfrm>
            <a:off x="1182241" y="1395198"/>
            <a:ext cx="9711901" cy="4946608"/>
          </a:xfrm>
          <a:prstGeom prst="rect">
            <a:avLst/>
          </a:prstGeom>
        </p:spPr>
      </p:pic>
    </p:spTree>
    <p:extLst>
      <p:ext uri="{BB962C8B-B14F-4D97-AF65-F5344CB8AC3E}">
        <p14:creationId xmlns:p14="http://schemas.microsoft.com/office/powerpoint/2010/main" val="1613332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9169E-46C3-3401-59CF-97CDC5DB02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DF1790-3EDA-7A9A-B0A0-65BA00A4E943}"/>
              </a:ext>
            </a:extLst>
          </p:cNvPr>
          <p:cNvSpPr>
            <a:spLocks noGrp="1"/>
          </p:cNvSpPr>
          <p:nvPr>
            <p:ph idx="1"/>
          </p:nvPr>
        </p:nvSpPr>
        <p:spPr>
          <a:xfrm>
            <a:off x="680630" y="1674344"/>
            <a:ext cx="3675060" cy="3644908"/>
          </a:xfrm>
        </p:spPr>
        <p:txBody>
          <a:bodyPr>
            <a:normAutofit/>
          </a:bodyPr>
          <a:lstStyle/>
          <a:p>
            <a:pPr marL="0" indent="0" algn="just">
              <a:lnSpc>
                <a:spcPct val="160000"/>
              </a:lnSpc>
              <a:buNone/>
            </a:pPr>
            <a:r>
              <a:rPr lang="en-US" sz="1600" dirty="0">
                <a:latin typeface="Times New Roman" panose="02020603050405020304" pitchFamily="18" charset="0"/>
                <a:cs typeface="Times New Roman" panose="02020603050405020304" pitchFamily="18" charset="0"/>
              </a:rPr>
              <a:t>Embeds the shipping regulation/SOP corpus using the Gemini embedding API, retrieves the most relevant regulatory clauses via encrypted LSH search based on the finalized load plan, and uses the Gemini generation model to produce a plain-English compliance explanation citing the retrieved sources.</a:t>
            </a:r>
            <a:endParaRPr lang="en-IN"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4E3D6C2-9025-7AC6-A1F4-4A19A7044C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603" y="148019"/>
            <a:ext cx="909638" cy="103482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C765B85F-D6E0-C653-1DD6-31834F5B98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8453" y="53618"/>
            <a:ext cx="909637" cy="112922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8C6073D-AEDE-E9F0-2AD0-09C92D28DF93}"/>
              </a:ext>
            </a:extLst>
          </p:cNvPr>
          <p:cNvSpPr txBox="1"/>
          <p:nvPr/>
        </p:nvSpPr>
        <p:spPr>
          <a:xfrm>
            <a:off x="1809135" y="480765"/>
            <a:ext cx="7728155"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Module 4: RAG Compliance Explanation Module</a:t>
            </a:r>
            <a:endParaRPr lang="en-IN" sz="20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032E647-A700-1529-F4C8-FF74511D9233}"/>
              </a:ext>
            </a:extLst>
          </p:cNvPr>
          <p:cNvPicPr>
            <a:picLocks noChangeAspect="1"/>
          </p:cNvPicPr>
          <p:nvPr/>
        </p:nvPicPr>
        <p:blipFill>
          <a:blip r:embed="rId4"/>
          <a:stretch>
            <a:fillRect/>
          </a:stretch>
        </p:blipFill>
        <p:spPr>
          <a:xfrm>
            <a:off x="5044315" y="1674343"/>
            <a:ext cx="6508956" cy="4702892"/>
          </a:xfrm>
          <a:prstGeom prst="rect">
            <a:avLst/>
          </a:prstGeom>
        </p:spPr>
      </p:pic>
    </p:spTree>
    <p:extLst>
      <p:ext uri="{BB962C8B-B14F-4D97-AF65-F5344CB8AC3E}">
        <p14:creationId xmlns:p14="http://schemas.microsoft.com/office/powerpoint/2010/main" val="4227217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EE749-0106-4E1E-54E5-9F8AF00416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D80FD0-2EF3-4BF0-16A5-7C4D5B2EA36E}"/>
              </a:ext>
            </a:extLst>
          </p:cNvPr>
          <p:cNvSpPr>
            <a:spLocks noGrp="1"/>
          </p:cNvSpPr>
          <p:nvPr>
            <p:ph idx="1"/>
          </p:nvPr>
        </p:nvSpPr>
        <p:spPr>
          <a:xfrm>
            <a:off x="680630" y="2091813"/>
            <a:ext cx="3026131" cy="3188110"/>
          </a:xfrm>
        </p:spPr>
        <p:txBody>
          <a:bodyPr>
            <a:normAutofit/>
          </a:bodyPr>
          <a:lstStyle/>
          <a:p>
            <a:pPr marL="0" indent="0" algn="just">
              <a:lnSpc>
                <a:spcPct val="160000"/>
              </a:lnSpc>
              <a:buNone/>
            </a:pPr>
            <a:r>
              <a:rPr lang="en-US" sz="1600" dirty="0">
                <a:latin typeface="Times New Roman" panose="02020603050405020304" pitchFamily="18" charset="0"/>
                <a:cs typeface="Times New Roman" panose="02020603050405020304" pitchFamily="18" charset="0"/>
              </a:rPr>
              <a:t>Decrypts and delivers only the requesting company's own portion of the final load plan and its compliance explanation, ensuring complete data isolation and zero cross-company leakage at every stage of the pipeline.</a:t>
            </a:r>
            <a:endParaRPr lang="en-IN"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AD4F33A-D791-3805-D066-87F313435E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603" y="148019"/>
            <a:ext cx="909638" cy="103482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BE7ADA61-24CF-7E33-000D-02327B2037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8453" y="53618"/>
            <a:ext cx="909637" cy="112922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A14E6D4-C1DC-32F1-A243-5ED92061DE12}"/>
              </a:ext>
            </a:extLst>
          </p:cNvPr>
          <p:cNvSpPr txBox="1"/>
          <p:nvPr/>
        </p:nvSpPr>
        <p:spPr>
          <a:xfrm>
            <a:off x="1809135" y="480765"/>
            <a:ext cx="7728155"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Module 5: Client-Side Decryption &amp; Company-Scoped Results</a:t>
            </a:r>
            <a:endParaRPr lang="en-IN" sz="20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85E0BF45-9B27-FC53-4D99-2B4EAFC14B1B}"/>
              </a:ext>
            </a:extLst>
          </p:cNvPr>
          <p:cNvPicPr>
            <a:picLocks noChangeAspect="1"/>
          </p:cNvPicPr>
          <p:nvPr/>
        </p:nvPicPr>
        <p:blipFill>
          <a:blip r:embed="rId4"/>
          <a:stretch>
            <a:fillRect/>
          </a:stretch>
        </p:blipFill>
        <p:spPr>
          <a:xfrm>
            <a:off x="3783218" y="1769806"/>
            <a:ext cx="7728154" cy="4539554"/>
          </a:xfrm>
          <a:prstGeom prst="rect">
            <a:avLst/>
          </a:prstGeom>
        </p:spPr>
      </p:pic>
    </p:spTree>
    <p:extLst>
      <p:ext uri="{BB962C8B-B14F-4D97-AF65-F5344CB8AC3E}">
        <p14:creationId xmlns:p14="http://schemas.microsoft.com/office/powerpoint/2010/main" val="1876273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60792-F9B4-90EB-C21E-F53890FA02E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B2A5B39-F847-F652-F977-4DC4F296ED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603" y="148019"/>
            <a:ext cx="909638" cy="103482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4FFC49BA-89CC-8E86-E466-77C6548DC5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8453" y="53618"/>
            <a:ext cx="909637" cy="112922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75419A53-7946-A536-3731-2999C601357A}"/>
              </a:ext>
            </a:extLst>
          </p:cNvPr>
          <p:cNvPicPr>
            <a:picLocks noChangeAspect="1"/>
          </p:cNvPicPr>
          <p:nvPr/>
        </p:nvPicPr>
        <p:blipFill>
          <a:blip r:embed="rId4"/>
          <a:stretch>
            <a:fillRect/>
          </a:stretch>
        </p:blipFill>
        <p:spPr>
          <a:xfrm>
            <a:off x="1528916" y="1182842"/>
            <a:ext cx="9134168" cy="5158966"/>
          </a:xfrm>
          <a:prstGeom prst="rect">
            <a:avLst/>
          </a:prstGeom>
        </p:spPr>
      </p:pic>
    </p:spTree>
    <p:extLst>
      <p:ext uri="{BB962C8B-B14F-4D97-AF65-F5344CB8AC3E}">
        <p14:creationId xmlns:p14="http://schemas.microsoft.com/office/powerpoint/2010/main" val="9212940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35541-1CA6-E1B9-957A-63B8806D6E4C}"/>
              </a:ext>
            </a:extLst>
          </p:cNvPr>
          <p:cNvSpPr>
            <a:spLocks noGrp="1"/>
          </p:cNvSpPr>
          <p:nvPr>
            <p:ph type="title"/>
          </p:nvPr>
        </p:nvSpPr>
        <p:spPr>
          <a:xfrm>
            <a:off x="3790436" y="148019"/>
            <a:ext cx="4699821" cy="1325563"/>
          </a:xfrm>
        </p:spPr>
        <p:txBody>
          <a:bodyPr>
            <a:normAutofit/>
          </a:bodyPr>
          <a:lstStyle/>
          <a:p>
            <a:r>
              <a:rPr lang="en-IN" sz="40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F40BC53B-CE6A-BD18-183D-6025E1F0F755}"/>
              </a:ext>
            </a:extLst>
          </p:cNvPr>
          <p:cNvSpPr>
            <a:spLocks noGrp="1"/>
          </p:cNvSpPr>
          <p:nvPr>
            <p:ph idx="1"/>
          </p:nvPr>
        </p:nvSpPr>
        <p:spPr>
          <a:xfrm>
            <a:off x="838200" y="1825625"/>
            <a:ext cx="9908458" cy="4351338"/>
          </a:xfrm>
        </p:spPr>
        <p:txBody>
          <a:bodyPr>
            <a:normAutofit/>
          </a:bodyPr>
          <a:lstStyle/>
          <a:p>
            <a:pPr algn="just">
              <a:lnSpc>
                <a:spcPct val="150000"/>
              </a:lnSpc>
            </a:pPr>
            <a:r>
              <a:rPr lang="en-US" sz="2400" dirty="0" err="1">
                <a:latin typeface="Times New Roman" panose="02020603050405020304" pitchFamily="18" charset="0"/>
                <a:cs typeface="Times New Roman" panose="02020603050405020304" pitchFamily="18" charset="0"/>
              </a:rPr>
              <a:t>ConstraintVault</a:t>
            </a:r>
            <a:r>
              <a:rPr lang="en-US" sz="2400" dirty="0">
                <a:latin typeface="Times New Roman" panose="02020603050405020304" pitchFamily="18" charset="0"/>
                <a:cs typeface="Times New Roman" panose="02020603050405020304" pitchFamily="18" charset="0"/>
              </a:rPr>
              <a:t> demonstrates that privacy-preserving multi-party optimization and explainable AI can coexist within a single logistics system. By combining encrypted approximate matching, hybrid </a:t>
            </a:r>
            <a:r>
              <a:rPr lang="en-US" sz="2400" dirty="0" err="1">
                <a:latin typeface="Times New Roman" panose="02020603050405020304" pitchFamily="18" charset="0"/>
                <a:cs typeface="Times New Roman" panose="02020603050405020304" pitchFamily="18" charset="0"/>
              </a:rPr>
              <a:t>DP+Greedy</a:t>
            </a:r>
            <a:r>
              <a:rPr lang="en-US" sz="2400" dirty="0">
                <a:latin typeface="Times New Roman" panose="02020603050405020304" pitchFamily="18" charset="0"/>
                <a:cs typeface="Times New Roman" panose="02020603050405020304" pitchFamily="18" charset="0"/>
              </a:rPr>
              <a:t> optimization, and a RAG-based explanation layer, the system enables competing shipping companies to consolidate freight efficiently and transparently — without exposing sensitive data — while giving logistics staff clear, regulation-grounded justifications for every load plan decision.</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A4F056D-924B-1581-36F1-4ADD731023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603" y="148019"/>
            <a:ext cx="909638" cy="103482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CAB8A9B7-81DD-84DE-3FBD-40F441215C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8453" y="53618"/>
            <a:ext cx="909637" cy="1129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51008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0CC4A-E7D1-DFF6-A4AB-6144FFD45786}"/>
              </a:ext>
            </a:extLst>
          </p:cNvPr>
          <p:cNvSpPr>
            <a:spLocks noGrp="1"/>
          </p:cNvSpPr>
          <p:nvPr>
            <p:ph type="title"/>
          </p:nvPr>
        </p:nvSpPr>
        <p:spPr>
          <a:xfrm>
            <a:off x="3888759" y="53618"/>
            <a:ext cx="4503175" cy="1325563"/>
          </a:xfrm>
        </p:spPr>
        <p:txBody>
          <a:bodyPr/>
          <a:lstStyle/>
          <a:p>
            <a:r>
              <a:rPr lang="en-IN" dirty="0"/>
              <a:t> </a:t>
            </a:r>
            <a:r>
              <a:rPr lang="en-IN" sz="4000" b="1" dirty="0">
                <a:latin typeface="Times New Roman" panose="02020603050405020304" pitchFamily="18" charset="0"/>
                <a:cs typeface="Times New Roman" panose="02020603050405020304" pitchFamily="18" charset="0"/>
              </a:rPr>
              <a:t>References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7F029C1-4553-E806-5512-6DA3464AFFB2}"/>
              </a:ext>
            </a:extLst>
          </p:cNvPr>
          <p:cNvSpPr>
            <a:spLocks noGrp="1"/>
          </p:cNvSpPr>
          <p:nvPr>
            <p:ph idx="1"/>
          </p:nvPr>
        </p:nvSpPr>
        <p:spPr/>
        <p:txBody>
          <a:bodyPr>
            <a:normAutofit/>
          </a:bodyPr>
          <a:lstStyle/>
          <a:p>
            <a:r>
              <a:rPr lang="en-IN" sz="2400" dirty="0">
                <a:latin typeface="Times New Roman" panose="02020603050405020304" pitchFamily="18" charset="0"/>
                <a:cs typeface="Times New Roman" panose="02020603050405020304" pitchFamily="18" charset="0"/>
              </a:rPr>
              <a:t>Lewis, P. et al. "Retrieval-Augmented Generation for Knowledge-Intensive NLP Tasks," 2024.Indyk,</a:t>
            </a:r>
          </a:p>
          <a:p>
            <a:r>
              <a:rPr lang="en-IN" sz="2400" dirty="0">
                <a:latin typeface="Times New Roman" panose="02020603050405020304" pitchFamily="18" charset="0"/>
                <a:cs typeface="Times New Roman" panose="02020603050405020304" pitchFamily="18" charset="0"/>
              </a:rPr>
              <a:t> P., &amp; Motwani, R. "Approximate Nearest </a:t>
            </a:r>
            <a:r>
              <a:rPr lang="en-IN" sz="2400" dirty="0" err="1">
                <a:latin typeface="Times New Roman" panose="02020603050405020304" pitchFamily="18" charset="0"/>
                <a:cs typeface="Times New Roman" panose="02020603050405020304" pitchFamily="18" charset="0"/>
              </a:rPr>
              <a:t>Neighbors</a:t>
            </a:r>
            <a:r>
              <a:rPr lang="en-IN" sz="2400" dirty="0">
                <a:latin typeface="Times New Roman" panose="02020603050405020304" pitchFamily="18" charset="0"/>
                <a:cs typeface="Times New Roman" panose="02020603050405020304" pitchFamily="18" charset="0"/>
              </a:rPr>
              <a:t>: Towards Removing the Curse of Dimensionality," 2024.Gentry,</a:t>
            </a:r>
          </a:p>
          <a:p>
            <a:r>
              <a:rPr lang="en-IN" sz="2400" dirty="0">
                <a:latin typeface="Times New Roman" panose="02020603050405020304" pitchFamily="18" charset="0"/>
                <a:cs typeface="Times New Roman" panose="02020603050405020304" pitchFamily="18" charset="0"/>
              </a:rPr>
              <a:t> C. "A Fully Homomorphic Encryption Scheme," 2024.Wong, W.K. et al. "Secure </a:t>
            </a:r>
            <a:r>
              <a:rPr lang="en-IN" sz="2400" dirty="0" err="1">
                <a:latin typeface="Times New Roman" panose="02020603050405020304" pitchFamily="18" charset="0"/>
                <a:cs typeface="Times New Roman" panose="02020603050405020304" pitchFamily="18" charset="0"/>
              </a:rPr>
              <a:t>kNN</a:t>
            </a:r>
            <a:r>
              <a:rPr lang="en-IN" sz="2400" dirty="0">
                <a:latin typeface="Times New Roman" panose="02020603050405020304" pitchFamily="18" charset="0"/>
                <a:cs typeface="Times New Roman" panose="02020603050405020304" pitchFamily="18" charset="0"/>
              </a:rPr>
              <a:t> Computation on Encrypted Databases" (ASPE), 2023.FAISS: Johnson, J., </a:t>
            </a:r>
            <a:r>
              <a:rPr lang="en-IN" sz="2400" dirty="0" err="1">
                <a:latin typeface="Times New Roman" panose="02020603050405020304" pitchFamily="18" charset="0"/>
                <a:cs typeface="Times New Roman" panose="02020603050405020304" pitchFamily="18" charset="0"/>
              </a:rPr>
              <a:t>Douze</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M., Jégou, H. "Billion-scale similarity search with GPUs," 2024.</a:t>
            </a:r>
          </a:p>
          <a:p>
            <a:r>
              <a:rPr lang="en-IN" sz="2400" dirty="0">
                <a:latin typeface="Times New Roman" panose="02020603050405020304" pitchFamily="18" charset="0"/>
                <a:cs typeface="Times New Roman" panose="02020603050405020304" pitchFamily="18" charset="0"/>
              </a:rPr>
              <a:t>Google AI. "Gemini API Documentation — Embeddings and Generation </a:t>
            </a:r>
            <a:r>
              <a:rPr lang="en-IN" sz="2400" dirty="0" err="1">
                <a:latin typeface="Times New Roman" panose="02020603050405020304" pitchFamily="18" charset="0"/>
                <a:cs typeface="Times New Roman" panose="02020603050405020304" pitchFamily="18" charset="0"/>
              </a:rPr>
              <a:t>Models."Johnson</a:t>
            </a:r>
            <a:r>
              <a:rPr lang="en-IN" sz="2400" dirty="0">
                <a:latin typeface="Times New Roman" panose="02020603050405020304" pitchFamily="18" charset="0"/>
                <a:cs typeface="Times New Roman" panose="02020603050405020304" pitchFamily="18" charset="0"/>
              </a:rPr>
              <a:t>, J., </a:t>
            </a:r>
            <a:r>
              <a:rPr lang="en-IN" sz="2400" dirty="0" err="1">
                <a:latin typeface="Times New Roman" panose="02020603050405020304" pitchFamily="18" charset="0"/>
                <a:cs typeface="Times New Roman" panose="02020603050405020304" pitchFamily="18" charset="0"/>
              </a:rPr>
              <a:t>Douze</a:t>
            </a:r>
            <a:r>
              <a:rPr lang="en-IN" sz="2400" dirty="0">
                <a:latin typeface="Times New Roman" panose="02020603050405020304" pitchFamily="18" charset="0"/>
                <a:cs typeface="Times New Roman" panose="02020603050405020304" pitchFamily="18" charset="0"/>
              </a:rPr>
              <a:t>, M., Jégou, H. "Billion-scale similarity search with GPUs," 2024.</a:t>
            </a:r>
          </a:p>
        </p:txBody>
      </p:sp>
      <p:pic>
        <p:nvPicPr>
          <p:cNvPr id="5" name="Picture 4">
            <a:extLst>
              <a:ext uri="{FF2B5EF4-FFF2-40B4-BE49-F238E27FC236}">
                <a16:creationId xmlns:a16="http://schemas.microsoft.com/office/drawing/2014/main" id="{4202111E-CF84-077A-2E52-D4FE596D8D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603" y="148019"/>
            <a:ext cx="909638" cy="103482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A602026F-DB78-A302-AF2B-623E921CFC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8453" y="53618"/>
            <a:ext cx="909637" cy="1129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54739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36B4789-19D6-9ABC-34D4-C2F96C3E00FE}"/>
              </a:ext>
            </a:extLst>
          </p:cNvPr>
          <p:cNvPicPr>
            <a:picLocks noChangeAspect="1"/>
          </p:cNvPicPr>
          <p:nvPr/>
        </p:nvPicPr>
        <p:blipFill>
          <a:blip r:embed="rId2"/>
          <a:stretch>
            <a:fillRect/>
          </a:stretch>
        </p:blipFill>
        <p:spPr>
          <a:xfrm>
            <a:off x="769373" y="366456"/>
            <a:ext cx="10350910" cy="6125087"/>
          </a:xfrm>
          <a:prstGeom prst="rect">
            <a:avLst/>
          </a:prstGeom>
        </p:spPr>
      </p:pic>
    </p:spTree>
    <p:extLst>
      <p:ext uri="{BB962C8B-B14F-4D97-AF65-F5344CB8AC3E}">
        <p14:creationId xmlns:p14="http://schemas.microsoft.com/office/powerpoint/2010/main" val="3511010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1358</Words>
  <Application>Microsoft Office PowerPoint</Application>
  <PresentationFormat>Widescreen</PresentationFormat>
  <Paragraphs>66</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Times New Roman</vt:lpstr>
      <vt:lpstr>Office Theme</vt:lpstr>
      <vt:lpstr>Encrypted Multi-Party Container Load Optimization with RAG-Powered Compliance Explanations</vt:lpstr>
      <vt:lpstr>Introduction</vt:lpstr>
      <vt:lpstr>Problem Statement</vt:lpstr>
      <vt:lpstr>Objectives</vt:lpstr>
      <vt:lpstr>Proposed System</vt:lpstr>
      <vt:lpstr>Scope &amp; Requirements</vt:lpstr>
      <vt:lpstr>Methodology</vt:lpstr>
      <vt:lpstr>System Architecture</vt:lpstr>
      <vt:lpstr>Module 1: Cargo Feature Embedding, LSH Bucketing &amp; Encryption</vt:lpstr>
      <vt:lpstr>OUTPUT</vt:lpstr>
      <vt:lpstr>PowerPoint Presentation</vt:lpstr>
      <vt:lpstr>PowerPoint Presentation</vt:lpstr>
      <vt:lpstr>PowerPoint Presentation</vt:lpstr>
      <vt:lpstr>PowerPoint Presentation</vt:lpstr>
      <vt:lpstr>PowerPoint Presentation</vt:lpstr>
      <vt:lpstr>PowerPoint Presentation</vt:lpstr>
      <vt:lpstr>Conclusion</vt:lpstr>
      <vt:lpstr> 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sree latha</dc:creator>
  <cp:lastModifiedBy>sree latha</cp:lastModifiedBy>
  <cp:revision>1</cp:revision>
  <dcterms:created xsi:type="dcterms:W3CDTF">2026-07-29T04:47:06Z</dcterms:created>
  <dcterms:modified xsi:type="dcterms:W3CDTF">2026-08-31T04:43:22Z</dcterms:modified>
</cp:coreProperties>
</file>